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1" r:id="rId39"/>
    <p:sldId id="302" r:id="rId40"/>
    <p:sldId id="303" r:id="rId41"/>
    <p:sldId id="293" r:id="rId42"/>
    <p:sldId id="294" r:id="rId43"/>
    <p:sldId id="295" r:id="rId44"/>
    <p:sldId id="296" r:id="rId45"/>
    <p:sldId id="297" r:id="rId46"/>
    <p:sldId id="298" r:id="rId47"/>
    <p:sldId id="299" r:id="rId48"/>
    <p:sldId id="300" r:id="rId49"/>
    <p:sldId id="304" r:id="rId50"/>
    <p:sldId id="305" r:id="rId51"/>
    <p:sldId id="30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 ojike" userId="d9b5b9d333df3312" providerId="LiveId" clId="{CF99349A-E2C0-48FB-8A1D-1EE5DDEF9F40}"/>
    <pc:docChg chg="undo custSel modSld">
      <pc:chgData name="fred ojike" userId="d9b5b9d333df3312" providerId="LiveId" clId="{CF99349A-E2C0-48FB-8A1D-1EE5DDEF9F40}" dt="2024-04-18T09:23:59.593" v="84" actId="729"/>
      <pc:docMkLst>
        <pc:docMk/>
      </pc:docMkLst>
      <pc:sldChg chg="mod modShow">
        <pc:chgData name="fred ojike" userId="d9b5b9d333df3312" providerId="LiveId" clId="{CF99349A-E2C0-48FB-8A1D-1EE5DDEF9F40}" dt="2024-04-13T13:59:13.398" v="16" actId="729"/>
        <pc:sldMkLst>
          <pc:docMk/>
          <pc:sldMk cId="3121897240" sldId="267"/>
        </pc:sldMkLst>
      </pc:sldChg>
      <pc:sldChg chg="mod modShow">
        <pc:chgData name="fred ojike" userId="d9b5b9d333df3312" providerId="LiveId" clId="{CF99349A-E2C0-48FB-8A1D-1EE5DDEF9F40}" dt="2024-04-13T13:59:29.658" v="17" actId="729"/>
        <pc:sldMkLst>
          <pc:docMk/>
          <pc:sldMk cId="2392771508" sldId="268"/>
        </pc:sldMkLst>
      </pc:sldChg>
      <pc:sldChg chg="mod modShow">
        <pc:chgData name="fred ojike" userId="d9b5b9d333df3312" providerId="LiveId" clId="{CF99349A-E2C0-48FB-8A1D-1EE5DDEF9F40}" dt="2024-04-13T13:59:34.725" v="18" actId="729"/>
        <pc:sldMkLst>
          <pc:docMk/>
          <pc:sldMk cId="2291567900" sldId="269"/>
        </pc:sldMkLst>
      </pc:sldChg>
      <pc:sldChg chg="mod modShow">
        <pc:chgData name="fred ojike" userId="d9b5b9d333df3312" providerId="LiveId" clId="{CF99349A-E2C0-48FB-8A1D-1EE5DDEF9F40}" dt="2024-04-13T13:59:45.235" v="19" actId="729"/>
        <pc:sldMkLst>
          <pc:docMk/>
          <pc:sldMk cId="382756011" sldId="270"/>
        </pc:sldMkLst>
      </pc:sldChg>
      <pc:sldChg chg="mod modShow">
        <pc:chgData name="fred ojike" userId="d9b5b9d333df3312" providerId="LiveId" clId="{CF99349A-E2C0-48FB-8A1D-1EE5DDEF9F40}" dt="2024-04-13T13:59:54.202" v="20" actId="729"/>
        <pc:sldMkLst>
          <pc:docMk/>
          <pc:sldMk cId="380689437" sldId="271"/>
        </pc:sldMkLst>
      </pc:sldChg>
      <pc:sldChg chg="mod modShow">
        <pc:chgData name="fred ojike" userId="d9b5b9d333df3312" providerId="LiveId" clId="{CF99349A-E2C0-48FB-8A1D-1EE5DDEF9F40}" dt="2024-04-13T13:59:59.707" v="21" actId="729"/>
        <pc:sldMkLst>
          <pc:docMk/>
          <pc:sldMk cId="3563682058" sldId="272"/>
        </pc:sldMkLst>
      </pc:sldChg>
      <pc:sldChg chg="mod modShow">
        <pc:chgData name="fred ojike" userId="d9b5b9d333df3312" providerId="LiveId" clId="{CF99349A-E2C0-48FB-8A1D-1EE5DDEF9F40}" dt="2024-04-13T14:00:25.213" v="23" actId="729"/>
        <pc:sldMkLst>
          <pc:docMk/>
          <pc:sldMk cId="1468739921" sldId="273"/>
        </pc:sldMkLst>
      </pc:sldChg>
      <pc:sldChg chg="mod modShow">
        <pc:chgData name="fred ojike" userId="d9b5b9d333df3312" providerId="LiveId" clId="{CF99349A-E2C0-48FB-8A1D-1EE5DDEF9F40}" dt="2024-04-13T14:00:11.676" v="22" actId="729"/>
        <pc:sldMkLst>
          <pc:docMk/>
          <pc:sldMk cId="3799500975" sldId="274"/>
        </pc:sldMkLst>
      </pc:sldChg>
      <pc:sldChg chg="modSp mod modShow">
        <pc:chgData name="fred ojike" userId="d9b5b9d333df3312" providerId="LiveId" clId="{CF99349A-E2C0-48FB-8A1D-1EE5DDEF9F40}" dt="2024-04-18T09:20:19.583" v="55" actId="729"/>
        <pc:sldMkLst>
          <pc:docMk/>
          <pc:sldMk cId="605870943" sldId="275"/>
        </pc:sldMkLst>
        <pc:spChg chg="mod">
          <ac:chgData name="fred ojike" userId="d9b5b9d333df3312" providerId="LiveId" clId="{CF99349A-E2C0-48FB-8A1D-1EE5DDEF9F40}" dt="2023-12-16T17:15:12.269" v="10" actId="20577"/>
          <ac:spMkLst>
            <pc:docMk/>
            <pc:sldMk cId="605870943" sldId="275"/>
            <ac:spMk id="3" creationId="{4A44057C-DFE0-CA27-B0AF-23372FAFBF23}"/>
          </ac:spMkLst>
        </pc:spChg>
      </pc:sldChg>
      <pc:sldChg chg="mod modShow">
        <pc:chgData name="fred ojike" userId="d9b5b9d333df3312" providerId="LiveId" clId="{CF99349A-E2C0-48FB-8A1D-1EE5DDEF9F40}" dt="2024-04-18T09:20:45.564" v="56" actId="729"/>
        <pc:sldMkLst>
          <pc:docMk/>
          <pc:sldMk cId="367416030" sldId="276"/>
        </pc:sldMkLst>
      </pc:sldChg>
      <pc:sldChg chg="addSp delSp modSp mod modShow chgLayout">
        <pc:chgData name="fred ojike" userId="d9b5b9d333df3312" providerId="LiveId" clId="{CF99349A-E2C0-48FB-8A1D-1EE5DDEF9F40}" dt="2024-04-18T09:20:52.818" v="57" actId="729"/>
        <pc:sldMkLst>
          <pc:docMk/>
          <pc:sldMk cId="604716176" sldId="277"/>
        </pc:sldMkLst>
        <pc:spChg chg="mod ord">
          <ac:chgData name="fred ojike" userId="d9b5b9d333df3312" providerId="LiveId" clId="{CF99349A-E2C0-48FB-8A1D-1EE5DDEF9F40}" dt="2024-04-13T14:00:38.320" v="26" actId="6264"/>
          <ac:spMkLst>
            <pc:docMk/>
            <pc:sldMk cId="604716176" sldId="277"/>
            <ac:spMk id="2" creationId="{F0FE631E-EFCE-6A3B-711E-5BAF1DA070A2}"/>
          </ac:spMkLst>
        </pc:spChg>
        <pc:spChg chg="mod ord">
          <ac:chgData name="fred ojike" userId="d9b5b9d333df3312" providerId="LiveId" clId="{CF99349A-E2C0-48FB-8A1D-1EE5DDEF9F40}" dt="2024-04-13T14:00:38.320" v="26" actId="6264"/>
          <ac:spMkLst>
            <pc:docMk/>
            <pc:sldMk cId="604716176" sldId="277"/>
            <ac:spMk id="3" creationId="{CE7F8C54-38AC-5681-B975-93ABB35325F6}"/>
          </ac:spMkLst>
        </pc:spChg>
        <pc:spChg chg="add del mod">
          <ac:chgData name="fred ojike" userId="d9b5b9d333df3312" providerId="LiveId" clId="{CF99349A-E2C0-48FB-8A1D-1EE5DDEF9F40}" dt="2024-04-13T14:00:38.320" v="26" actId="6264"/>
          <ac:spMkLst>
            <pc:docMk/>
            <pc:sldMk cId="604716176" sldId="277"/>
            <ac:spMk id="5" creationId="{9FB420E8-FB27-B89B-7ABD-E2D753C6BD14}"/>
          </ac:spMkLst>
        </pc:spChg>
        <pc:spChg chg="add del mod">
          <ac:chgData name="fred ojike" userId="d9b5b9d333df3312" providerId="LiveId" clId="{CF99349A-E2C0-48FB-8A1D-1EE5DDEF9F40}" dt="2024-04-13T14:00:38.320" v="26" actId="6264"/>
          <ac:spMkLst>
            <pc:docMk/>
            <pc:sldMk cId="604716176" sldId="277"/>
            <ac:spMk id="6" creationId="{EE458B26-54C6-1EE9-2369-8E2FEDD28A85}"/>
          </ac:spMkLst>
        </pc:spChg>
      </pc:sldChg>
      <pc:sldChg chg="mod modShow">
        <pc:chgData name="fred ojike" userId="d9b5b9d333df3312" providerId="LiveId" clId="{CF99349A-E2C0-48FB-8A1D-1EE5DDEF9F40}" dt="2024-04-18T09:21:29.728" v="58" actId="729"/>
        <pc:sldMkLst>
          <pc:docMk/>
          <pc:sldMk cId="1020160896" sldId="278"/>
        </pc:sldMkLst>
      </pc:sldChg>
      <pc:sldChg chg="mod modShow">
        <pc:chgData name="fred ojike" userId="d9b5b9d333df3312" providerId="LiveId" clId="{CF99349A-E2C0-48FB-8A1D-1EE5DDEF9F40}" dt="2024-04-18T09:21:34.713" v="59" actId="729"/>
        <pc:sldMkLst>
          <pc:docMk/>
          <pc:sldMk cId="1527435285" sldId="279"/>
        </pc:sldMkLst>
      </pc:sldChg>
      <pc:sldChg chg="mod modShow">
        <pc:chgData name="fred ojike" userId="d9b5b9d333df3312" providerId="LiveId" clId="{CF99349A-E2C0-48FB-8A1D-1EE5DDEF9F40}" dt="2024-04-18T09:21:40.643" v="60" actId="729"/>
        <pc:sldMkLst>
          <pc:docMk/>
          <pc:sldMk cId="1232878225" sldId="280"/>
        </pc:sldMkLst>
      </pc:sldChg>
      <pc:sldChg chg="mod modShow">
        <pc:chgData name="fred ojike" userId="d9b5b9d333df3312" providerId="LiveId" clId="{CF99349A-E2C0-48FB-8A1D-1EE5DDEF9F40}" dt="2024-04-18T09:21:44.974" v="61" actId="729"/>
        <pc:sldMkLst>
          <pc:docMk/>
          <pc:sldMk cId="2145867317" sldId="281"/>
        </pc:sldMkLst>
      </pc:sldChg>
      <pc:sldChg chg="mod modShow">
        <pc:chgData name="fred ojike" userId="d9b5b9d333df3312" providerId="LiveId" clId="{CF99349A-E2C0-48FB-8A1D-1EE5DDEF9F40}" dt="2024-04-18T09:21:52.708" v="62" actId="729"/>
        <pc:sldMkLst>
          <pc:docMk/>
          <pc:sldMk cId="1853503009" sldId="282"/>
        </pc:sldMkLst>
      </pc:sldChg>
      <pc:sldChg chg="mod modShow">
        <pc:chgData name="fred ojike" userId="d9b5b9d333df3312" providerId="LiveId" clId="{CF99349A-E2C0-48FB-8A1D-1EE5DDEF9F40}" dt="2024-04-18T09:22:08.516" v="63" actId="729"/>
        <pc:sldMkLst>
          <pc:docMk/>
          <pc:sldMk cId="786976584" sldId="283"/>
        </pc:sldMkLst>
      </pc:sldChg>
      <pc:sldChg chg="mod modShow">
        <pc:chgData name="fred ojike" userId="d9b5b9d333df3312" providerId="LiveId" clId="{CF99349A-E2C0-48FB-8A1D-1EE5DDEF9F40}" dt="2024-04-18T09:22:12.305" v="64" actId="729"/>
        <pc:sldMkLst>
          <pc:docMk/>
          <pc:sldMk cId="851239723" sldId="284"/>
        </pc:sldMkLst>
      </pc:sldChg>
      <pc:sldChg chg="mod modShow">
        <pc:chgData name="fred ojike" userId="d9b5b9d333df3312" providerId="LiveId" clId="{CF99349A-E2C0-48FB-8A1D-1EE5DDEF9F40}" dt="2024-04-18T09:22:18.419" v="65" actId="729"/>
        <pc:sldMkLst>
          <pc:docMk/>
          <pc:sldMk cId="2652018326" sldId="285"/>
        </pc:sldMkLst>
      </pc:sldChg>
      <pc:sldChg chg="mod modShow">
        <pc:chgData name="fred ojike" userId="d9b5b9d333df3312" providerId="LiveId" clId="{CF99349A-E2C0-48FB-8A1D-1EE5DDEF9F40}" dt="2024-04-18T09:22:21.996" v="66" actId="729"/>
        <pc:sldMkLst>
          <pc:docMk/>
          <pc:sldMk cId="756435672" sldId="286"/>
        </pc:sldMkLst>
      </pc:sldChg>
      <pc:sldChg chg="mod modShow">
        <pc:chgData name="fred ojike" userId="d9b5b9d333df3312" providerId="LiveId" clId="{CF99349A-E2C0-48FB-8A1D-1EE5DDEF9F40}" dt="2024-04-18T09:22:29.989" v="67" actId="729"/>
        <pc:sldMkLst>
          <pc:docMk/>
          <pc:sldMk cId="2139204357" sldId="287"/>
        </pc:sldMkLst>
      </pc:sldChg>
      <pc:sldChg chg="mod modShow">
        <pc:chgData name="fred ojike" userId="d9b5b9d333df3312" providerId="LiveId" clId="{CF99349A-E2C0-48FB-8A1D-1EE5DDEF9F40}" dt="2024-04-18T09:22:35.060" v="68" actId="729"/>
        <pc:sldMkLst>
          <pc:docMk/>
          <pc:sldMk cId="3924146593" sldId="288"/>
        </pc:sldMkLst>
      </pc:sldChg>
      <pc:sldChg chg="mod modShow">
        <pc:chgData name="fred ojike" userId="d9b5b9d333df3312" providerId="LiveId" clId="{CF99349A-E2C0-48FB-8A1D-1EE5DDEF9F40}" dt="2024-04-18T09:22:46.980" v="69" actId="729"/>
        <pc:sldMkLst>
          <pc:docMk/>
          <pc:sldMk cId="2652250473" sldId="289"/>
        </pc:sldMkLst>
      </pc:sldChg>
      <pc:sldChg chg="mod modShow">
        <pc:chgData name="fred ojike" userId="d9b5b9d333df3312" providerId="LiveId" clId="{CF99349A-E2C0-48FB-8A1D-1EE5DDEF9F40}" dt="2024-04-18T09:22:52.513" v="70" actId="729"/>
        <pc:sldMkLst>
          <pc:docMk/>
          <pc:sldMk cId="3923468428" sldId="290"/>
        </pc:sldMkLst>
      </pc:sldChg>
      <pc:sldChg chg="mod modShow">
        <pc:chgData name="fred ojike" userId="d9b5b9d333df3312" providerId="LiveId" clId="{CF99349A-E2C0-48FB-8A1D-1EE5DDEF9F40}" dt="2024-04-18T09:22:57.442" v="71" actId="729"/>
        <pc:sldMkLst>
          <pc:docMk/>
          <pc:sldMk cId="303925387" sldId="291"/>
        </pc:sldMkLst>
      </pc:sldChg>
      <pc:sldChg chg="mod modShow">
        <pc:chgData name="fred ojike" userId="d9b5b9d333df3312" providerId="LiveId" clId="{CF99349A-E2C0-48FB-8A1D-1EE5DDEF9F40}" dt="2024-04-18T09:23:00.218" v="72" actId="729"/>
        <pc:sldMkLst>
          <pc:docMk/>
          <pc:sldMk cId="1549107721" sldId="292"/>
        </pc:sldMkLst>
      </pc:sldChg>
      <pc:sldChg chg="mod modShow">
        <pc:chgData name="fred ojike" userId="d9b5b9d333df3312" providerId="LiveId" clId="{CF99349A-E2C0-48FB-8A1D-1EE5DDEF9F40}" dt="2024-04-18T09:23:15.058" v="76" actId="729"/>
        <pc:sldMkLst>
          <pc:docMk/>
          <pc:sldMk cId="994964760" sldId="293"/>
        </pc:sldMkLst>
      </pc:sldChg>
      <pc:sldChg chg="mod modShow">
        <pc:chgData name="fred ojike" userId="d9b5b9d333df3312" providerId="LiveId" clId="{CF99349A-E2C0-48FB-8A1D-1EE5DDEF9F40}" dt="2024-04-18T09:23:19.903" v="77" actId="729"/>
        <pc:sldMkLst>
          <pc:docMk/>
          <pc:sldMk cId="275762789" sldId="294"/>
        </pc:sldMkLst>
      </pc:sldChg>
      <pc:sldChg chg="mod modShow">
        <pc:chgData name="fred ojike" userId="d9b5b9d333df3312" providerId="LiveId" clId="{CF99349A-E2C0-48FB-8A1D-1EE5DDEF9F40}" dt="2024-04-18T09:23:31.619" v="78" actId="729"/>
        <pc:sldMkLst>
          <pc:docMk/>
          <pc:sldMk cId="2413886537" sldId="295"/>
        </pc:sldMkLst>
      </pc:sldChg>
      <pc:sldChg chg="mod modShow">
        <pc:chgData name="fred ojike" userId="d9b5b9d333df3312" providerId="LiveId" clId="{CF99349A-E2C0-48FB-8A1D-1EE5DDEF9F40}" dt="2024-04-18T09:23:36.929" v="79" actId="729"/>
        <pc:sldMkLst>
          <pc:docMk/>
          <pc:sldMk cId="505640707" sldId="296"/>
        </pc:sldMkLst>
      </pc:sldChg>
      <pc:sldChg chg="mod modShow">
        <pc:chgData name="fred ojike" userId="d9b5b9d333df3312" providerId="LiveId" clId="{CF99349A-E2C0-48FB-8A1D-1EE5DDEF9F40}" dt="2024-04-18T09:23:40.882" v="80" actId="729"/>
        <pc:sldMkLst>
          <pc:docMk/>
          <pc:sldMk cId="3466239739" sldId="297"/>
        </pc:sldMkLst>
      </pc:sldChg>
      <pc:sldChg chg="mod modShow">
        <pc:chgData name="fred ojike" userId="d9b5b9d333df3312" providerId="LiveId" clId="{CF99349A-E2C0-48FB-8A1D-1EE5DDEF9F40}" dt="2024-04-18T09:23:45.114" v="81" actId="729"/>
        <pc:sldMkLst>
          <pc:docMk/>
          <pc:sldMk cId="4088294686" sldId="298"/>
        </pc:sldMkLst>
      </pc:sldChg>
      <pc:sldChg chg="mod modShow">
        <pc:chgData name="fred ojike" userId="d9b5b9d333df3312" providerId="LiveId" clId="{CF99349A-E2C0-48FB-8A1D-1EE5DDEF9F40}" dt="2024-04-18T09:23:50.561" v="82" actId="729"/>
        <pc:sldMkLst>
          <pc:docMk/>
          <pc:sldMk cId="2125713266" sldId="299"/>
        </pc:sldMkLst>
      </pc:sldChg>
      <pc:sldChg chg="mod modShow">
        <pc:chgData name="fred ojike" userId="d9b5b9d333df3312" providerId="LiveId" clId="{CF99349A-E2C0-48FB-8A1D-1EE5DDEF9F40}" dt="2024-04-18T09:23:55.108" v="83" actId="729"/>
        <pc:sldMkLst>
          <pc:docMk/>
          <pc:sldMk cId="612031195" sldId="300"/>
        </pc:sldMkLst>
      </pc:sldChg>
      <pc:sldChg chg="mod modShow">
        <pc:chgData name="fred ojike" userId="d9b5b9d333df3312" providerId="LiveId" clId="{CF99349A-E2C0-48FB-8A1D-1EE5DDEF9F40}" dt="2024-04-18T09:23:03.477" v="73" actId="729"/>
        <pc:sldMkLst>
          <pc:docMk/>
          <pc:sldMk cId="1720051744" sldId="301"/>
        </pc:sldMkLst>
      </pc:sldChg>
      <pc:sldChg chg="mod modShow">
        <pc:chgData name="fred ojike" userId="d9b5b9d333df3312" providerId="LiveId" clId="{CF99349A-E2C0-48FB-8A1D-1EE5DDEF9F40}" dt="2024-04-18T09:23:06.850" v="74" actId="729"/>
        <pc:sldMkLst>
          <pc:docMk/>
          <pc:sldMk cId="2417031910" sldId="302"/>
        </pc:sldMkLst>
      </pc:sldChg>
      <pc:sldChg chg="mod modShow">
        <pc:chgData name="fred ojike" userId="d9b5b9d333df3312" providerId="LiveId" clId="{CF99349A-E2C0-48FB-8A1D-1EE5DDEF9F40}" dt="2024-04-18T09:23:11.010" v="75" actId="729"/>
        <pc:sldMkLst>
          <pc:docMk/>
          <pc:sldMk cId="822257985" sldId="303"/>
        </pc:sldMkLst>
      </pc:sldChg>
      <pc:sldChg chg="mod modShow">
        <pc:chgData name="fred ojike" userId="d9b5b9d333df3312" providerId="LiveId" clId="{CF99349A-E2C0-48FB-8A1D-1EE5DDEF9F40}" dt="2024-04-18T09:23:59.593" v="84" actId="729"/>
        <pc:sldMkLst>
          <pc:docMk/>
          <pc:sldMk cId="447141001" sldId="304"/>
        </pc:sldMkLst>
      </pc:sldChg>
    </pc:docChg>
  </pc:docChgLst>
  <pc:docChgLst>
    <pc:chgData name="fred ojike" userId="d9b5b9d333df3312" providerId="LiveId" clId="{2FA5D120-9C81-4715-B841-F152B79A674A}"/>
    <pc:docChg chg="undo redo custSel addSld modSld">
      <pc:chgData name="fred ojike" userId="d9b5b9d333df3312" providerId="LiveId" clId="{2FA5D120-9C81-4715-B841-F152B79A674A}" dt="2023-09-08T20:04:27.211" v="7659" actId="20577"/>
      <pc:docMkLst>
        <pc:docMk/>
      </pc:docMkLst>
      <pc:sldChg chg="addSp delSp modSp mod">
        <pc:chgData name="fred ojike" userId="d9b5b9d333df3312" providerId="LiveId" clId="{2FA5D120-9C81-4715-B841-F152B79A674A}" dt="2023-08-23T19:48:11.791" v="1548" actId="478"/>
        <pc:sldMkLst>
          <pc:docMk/>
          <pc:sldMk cId="23359072" sldId="256"/>
        </pc:sldMkLst>
        <pc:spChg chg="mod">
          <ac:chgData name="fred ojike" userId="d9b5b9d333df3312" providerId="LiveId" clId="{2FA5D120-9C81-4715-B841-F152B79A674A}" dt="2023-08-23T19:47:56.914" v="1547" actId="20578"/>
          <ac:spMkLst>
            <pc:docMk/>
            <pc:sldMk cId="23359072" sldId="256"/>
            <ac:spMk id="3" creationId="{8520FC46-E065-DF1C-ACDD-C94614C59C5F}"/>
          </ac:spMkLst>
        </pc:spChg>
        <pc:spChg chg="mod">
          <ac:chgData name="fred ojike" userId="d9b5b9d333df3312" providerId="LiveId" clId="{2FA5D120-9C81-4715-B841-F152B79A674A}" dt="2023-08-22T21:38:24.398" v="23" actId="14100"/>
          <ac:spMkLst>
            <pc:docMk/>
            <pc:sldMk cId="23359072" sldId="256"/>
            <ac:spMk id="6" creationId="{0FDED23B-36A8-B3EF-ACC2-C7A889FEEFDD}"/>
          </ac:spMkLst>
        </pc:spChg>
        <pc:spChg chg="mod">
          <ac:chgData name="fred ojike" userId="d9b5b9d333df3312" providerId="LiveId" clId="{2FA5D120-9C81-4715-B841-F152B79A674A}" dt="2023-08-22T21:37:28.110" v="14" actId="14100"/>
          <ac:spMkLst>
            <pc:docMk/>
            <pc:sldMk cId="23359072" sldId="256"/>
            <ac:spMk id="7" creationId="{D4097C6F-336C-9330-35E3-AD0E6CC662C0}"/>
          </ac:spMkLst>
        </pc:spChg>
        <pc:spChg chg="mod">
          <ac:chgData name="fred ojike" userId="d9b5b9d333df3312" providerId="LiveId" clId="{2FA5D120-9C81-4715-B841-F152B79A674A}" dt="2023-08-22T21:37:50.341" v="22" actId="14100"/>
          <ac:spMkLst>
            <pc:docMk/>
            <pc:sldMk cId="23359072" sldId="256"/>
            <ac:spMk id="8" creationId="{D983D93A-7FF8-964A-07D9-0C28761F4445}"/>
          </ac:spMkLst>
        </pc:spChg>
        <pc:spChg chg="del">
          <ac:chgData name="fred ojike" userId="d9b5b9d333df3312" providerId="LiveId" clId="{2FA5D120-9C81-4715-B841-F152B79A674A}" dt="2023-08-23T19:48:11.791" v="1548" actId="478"/>
          <ac:spMkLst>
            <pc:docMk/>
            <pc:sldMk cId="23359072" sldId="256"/>
            <ac:spMk id="13" creationId="{69DF1CF0-F58B-ACC5-498C-5BA8266B0E5B}"/>
          </ac:spMkLst>
        </pc:spChg>
        <pc:spChg chg="del">
          <ac:chgData name="fred ojike" userId="d9b5b9d333df3312" providerId="LiveId" clId="{2FA5D120-9C81-4715-B841-F152B79A674A}" dt="2023-08-22T21:31:15.336" v="0" actId="478"/>
          <ac:spMkLst>
            <pc:docMk/>
            <pc:sldMk cId="23359072" sldId="256"/>
            <ac:spMk id="14" creationId="{7B2F9EC9-798F-E47A-7F76-1783DB4AB2F8}"/>
          </ac:spMkLst>
        </pc:spChg>
        <pc:spChg chg="add mod">
          <ac:chgData name="fred ojike" userId="d9b5b9d333df3312" providerId="LiveId" clId="{2FA5D120-9C81-4715-B841-F152B79A674A}" dt="2023-08-22T21:31:27.998" v="3" actId="14100"/>
          <ac:spMkLst>
            <pc:docMk/>
            <pc:sldMk cId="23359072" sldId="256"/>
            <ac:spMk id="15" creationId="{F306B575-D75C-0DA8-11B0-44B963C6F896}"/>
          </ac:spMkLst>
        </pc:spChg>
        <pc:spChg chg="add mod">
          <ac:chgData name="fred ojike" userId="d9b5b9d333df3312" providerId="LiveId" clId="{2FA5D120-9C81-4715-B841-F152B79A674A}" dt="2023-08-22T21:42:11.591" v="110" actId="13926"/>
          <ac:spMkLst>
            <pc:docMk/>
            <pc:sldMk cId="23359072" sldId="256"/>
            <ac:spMk id="16" creationId="{F8A45C81-D346-F4D7-7816-C87927AA9853}"/>
          </ac:spMkLst>
        </pc:spChg>
        <pc:spChg chg="add mod">
          <ac:chgData name="fred ojike" userId="d9b5b9d333df3312" providerId="LiveId" clId="{2FA5D120-9C81-4715-B841-F152B79A674A}" dt="2023-08-22T21:42:34.362" v="111" actId="207"/>
          <ac:spMkLst>
            <pc:docMk/>
            <pc:sldMk cId="23359072" sldId="256"/>
            <ac:spMk id="17" creationId="{3F626D1C-65B8-E8F8-0F1E-694ABAF05E3E}"/>
          </ac:spMkLst>
        </pc:spChg>
        <pc:spChg chg="add mod">
          <ac:chgData name="fred ojike" userId="d9b5b9d333df3312" providerId="LiveId" clId="{2FA5D120-9C81-4715-B841-F152B79A674A}" dt="2023-08-23T18:48:42.371" v="1546" actId="255"/>
          <ac:spMkLst>
            <pc:docMk/>
            <pc:sldMk cId="23359072" sldId="256"/>
            <ac:spMk id="18" creationId="{2D5220F0-8A00-57AF-FFE8-490B797498B9}"/>
          </ac:spMkLst>
        </pc:spChg>
        <pc:spChg chg="add mod">
          <ac:chgData name="fred ojike" userId="d9b5b9d333df3312" providerId="LiveId" clId="{2FA5D120-9C81-4715-B841-F152B79A674A}" dt="2023-08-22T22:28:14.935" v="1079" actId="20577"/>
          <ac:spMkLst>
            <pc:docMk/>
            <pc:sldMk cId="23359072" sldId="256"/>
            <ac:spMk id="19" creationId="{13A53FD6-CF1A-17E1-ABE4-DD466D3484CC}"/>
          </ac:spMkLst>
        </pc:spChg>
      </pc:sldChg>
      <pc:sldChg chg="addSp modSp new mod">
        <pc:chgData name="fred ojike" userId="d9b5b9d333df3312" providerId="LiveId" clId="{2FA5D120-9C81-4715-B841-F152B79A674A}" dt="2023-08-23T20:08:22.875" v="1550" actId="20577"/>
        <pc:sldMkLst>
          <pc:docMk/>
          <pc:sldMk cId="2355652966" sldId="257"/>
        </pc:sldMkLst>
        <pc:spChg chg="mod">
          <ac:chgData name="fred ojike" userId="d9b5b9d333df3312" providerId="LiveId" clId="{2FA5D120-9C81-4715-B841-F152B79A674A}" dt="2023-08-22T21:58:14.323" v="342" actId="33524"/>
          <ac:spMkLst>
            <pc:docMk/>
            <pc:sldMk cId="2355652966" sldId="257"/>
            <ac:spMk id="2" creationId="{E0EBEBAD-ABBF-9669-FF24-006A2634C736}"/>
          </ac:spMkLst>
        </pc:spChg>
        <pc:spChg chg="mod">
          <ac:chgData name="fred ojike" userId="d9b5b9d333df3312" providerId="LiveId" clId="{2FA5D120-9C81-4715-B841-F152B79A674A}" dt="2023-08-23T20:08:22.875" v="1550" actId="20577"/>
          <ac:spMkLst>
            <pc:docMk/>
            <pc:sldMk cId="2355652966" sldId="257"/>
            <ac:spMk id="3" creationId="{52400480-C082-41ED-D51A-740B67D7B3F1}"/>
          </ac:spMkLst>
        </pc:spChg>
        <pc:spChg chg="add mod">
          <ac:chgData name="fred ojike" userId="d9b5b9d333df3312" providerId="LiveId" clId="{2FA5D120-9C81-4715-B841-F152B79A674A}" dt="2023-08-22T22:04:58.076" v="499" actId="14100"/>
          <ac:spMkLst>
            <pc:docMk/>
            <pc:sldMk cId="2355652966" sldId="257"/>
            <ac:spMk id="4" creationId="{3DC45C5E-D6D8-C5D0-AFC8-1E65922C8CFB}"/>
          </ac:spMkLst>
        </pc:spChg>
        <pc:spChg chg="add mod">
          <ac:chgData name="fred ojike" userId="d9b5b9d333df3312" providerId="LiveId" clId="{2FA5D120-9C81-4715-B841-F152B79A674A}" dt="2023-08-23T18:44:56.547" v="1484" actId="1076"/>
          <ac:spMkLst>
            <pc:docMk/>
            <pc:sldMk cId="2355652966" sldId="257"/>
            <ac:spMk id="5" creationId="{DE3071F2-37E3-6279-D485-A81DDD43807E}"/>
          </ac:spMkLst>
        </pc:spChg>
        <pc:spChg chg="add mod">
          <ac:chgData name="fred ojike" userId="d9b5b9d333df3312" providerId="LiveId" clId="{2FA5D120-9C81-4715-B841-F152B79A674A}" dt="2023-08-23T18:44:58.612" v="1485" actId="1076"/>
          <ac:spMkLst>
            <pc:docMk/>
            <pc:sldMk cId="2355652966" sldId="257"/>
            <ac:spMk id="6" creationId="{54B557D5-A045-C852-3CB4-4BF199BD9A6A}"/>
          </ac:spMkLst>
        </pc:spChg>
      </pc:sldChg>
      <pc:sldChg chg="modSp new mod">
        <pc:chgData name="fred ojike" userId="d9b5b9d333df3312" providerId="LiveId" clId="{2FA5D120-9C81-4715-B841-F152B79A674A}" dt="2023-08-26T11:17:17.921" v="1927" actId="12"/>
        <pc:sldMkLst>
          <pc:docMk/>
          <pc:sldMk cId="3190680586" sldId="258"/>
        </pc:sldMkLst>
        <pc:spChg chg="mod">
          <ac:chgData name="fred ojike" userId="d9b5b9d333df3312" providerId="LiveId" clId="{2FA5D120-9C81-4715-B841-F152B79A674A}" dt="2023-08-23T18:46:14.192" v="1500" actId="20577"/>
          <ac:spMkLst>
            <pc:docMk/>
            <pc:sldMk cId="3190680586" sldId="258"/>
            <ac:spMk id="2" creationId="{27211A37-7A5F-A6F8-5A8E-F3AAD53CD6A3}"/>
          </ac:spMkLst>
        </pc:spChg>
        <pc:spChg chg="mod">
          <ac:chgData name="fred ojike" userId="d9b5b9d333df3312" providerId="LiveId" clId="{2FA5D120-9C81-4715-B841-F152B79A674A}" dt="2023-08-26T11:17:17.921" v="1927" actId="12"/>
          <ac:spMkLst>
            <pc:docMk/>
            <pc:sldMk cId="3190680586" sldId="258"/>
            <ac:spMk id="3" creationId="{C567AD93-9328-6B6E-507F-E653AE3BF6FC}"/>
          </ac:spMkLst>
        </pc:spChg>
      </pc:sldChg>
      <pc:sldChg chg="modSp new mod">
        <pc:chgData name="fred ojike" userId="d9b5b9d333df3312" providerId="LiveId" clId="{2FA5D120-9C81-4715-B841-F152B79A674A}" dt="2023-08-26T11:18:05.755" v="1936" actId="5793"/>
        <pc:sldMkLst>
          <pc:docMk/>
          <pc:sldMk cId="2589737339" sldId="259"/>
        </pc:sldMkLst>
        <pc:spChg chg="mod">
          <ac:chgData name="fred ojike" userId="d9b5b9d333df3312" providerId="LiveId" clId="{2FA5D120-9C81-4715-B841-F152B79A674A}" dt="2023-08-26T11:17:38.807" v="1928" actId="20577"/>
          <ac:spMkLst>
            <pc:docMk/>
            <pc:sldMk cId="2589737339" sldId="259"/>
            <ac:spMk id="2" creationId="{7799FA38-925C-89B4-B878-6709580229D8}"/>
          </ac:spMkLst>
        </pc:spChg>
        <pc:spChg chg="mod">
          <ac:chgData name="fred ojike" userId="d9b5b9d333df3312" providerId="LiveId" clId="{2FA5D120-9C81-4715-B841-F152B79A674A}" dt="2023-08-26T11:18:05.755" v="1936" actId="5793"/>
          <ac:spMkLst>
            <pc:docMk/>
            <pc:sldMk cId="2589737339" sldId="259"/>
            <ac:spMk id="3" creationId="{D961C633-E7C9-8129-F5FC-7A8F9A93CF15}"/>
          </ac:spMkLst>
        </pc:spChg>
      </pc:sldChg>
      <pc:sldChg chg="addSp modSp new mod modShow">
        <pc:chgData name="fred ojike" userId="d9b5b9d333df3312" providerId="LiveId" clId="{2FA5D120-9C81-4715-B841-F152B79A674A}" dt="2023-08-26T19:27:10.333" v="4027" actId="729"/>
        <pc:sldMkLst>
          <pc:docMk/>
          <pc:sldMk cId="1236142209" sldId="260"/>
        </pc:sldMkLst>
        <pc:spChg chg="mod">
          <ac:chgData name="fred ojike" userId="d9b5b9d333df3312" providerId="LiveId" clId="{2FA5D120-9C81-4715-B841-F152B79A674A}" dt="2023-08-26T12:21:48.128" v="2484" actId="20577"/>
          <ac:spMkLst>
            <pc:docMk/>
            <pc:sldMk cId="1236142209" sldId="260"/>
            <ac:spMk id="2" creationId="{EF1EFB4E-2E65-8C5C-0FA9-7F2141709357}"/>
          </ac:spMkLst>
        </pc:spChg>
        <pc:spChg chg="mod">
          <ac:chgData name="fred ojike" userId="d9b5b9d333df3312" providerId="LiveId" clId="{2FA5D120-9C81-4715-B841-F152B79A674A}" dt="2023-08-26T12:43:30.884" v="2687" actId="255"/>
          <ac:spMkLst>
            <pc:docMk/>
            <pc:sldMk cId="1236142209" sldId="260"/>
            <ac:spMk id="3" creationId="{F018F6F4-B376-94CC-EDA8-0CE7003F1A7A}"/>
          </ac:spMkLst>
        </pc:spChg>
        <pc:spChg chg="add mod">
          <ac:chgData name="fred ojike" userId="d9b5b9d333df3312" providerId="LiveId" clId="{2FA5D120-9C81-4715-B841-F152B79A674A}" dt="2023-08-26T12:29:58.598" v="2598" actId="1076"/>
          <ac:spMkLst>
            <pc:docMk/>
            <pc:sldMk cId="1236142209" sldId="260"/>
            <ac:spMk id="4" creationId="{0BEEBDF0-663D-B8D7-4E67-71D2954E2AA8}"/>
          </ac:spMkLst>
        </pc:spChg>
      </pc:sldChg>
      <pc:sldChg chg="modSp new mod">
        <pc:chgData name="fred ojike" userId="d9b5b9d333df3312" providerId="LiveId" clId="{2FA5D120-9C81-4715-B841-F152B79A674A}" dt="2023-08-26T14:18:04.770" v="2965" actId="255"/>
        <pc:sldMkLst>
          <pc:docMk/>
          <pc:sldMk cId="3424549699" sldId="261"/>
        </pc:sldMkLst>
        <pc:spChg chg="mod">
          <ac:chgData name="fred ojike" userId="d9b5b9d333df3312" providerId="LiveId" clId="{2FA5D120-9C81-4715-B841-F152B79A674A}" dt="2023-08-26T13:54:21.785" v="2775" actId="113"/>
          <ac:spMkLst>
            <pc:docMk/>
            <pc:sldMk cId="3424549699" sldId="261"/>
            <ac:spMk id="2" creationId="{2EE75BFC-0879-C9E1-BEF3-C3C501BB35DC}"/>
          </ac:spMkLst>
        </pc:spChg>
        <pc:spChg chg="mod">
          <ac:chgData name="fred ojike" userId="d9b5b9d333df3312" providerId="LiveId" clId="{2FA5D120-9C81-4715-B841-F152B79A674A}" dt="2023-08-26T14:18:04.770" v="2965" actId="255"/>
          <ac:spMkLst>
            <pc:docMk/>
            <pc:sldMk cId="3424549699" sldId="261"/>
            <ac:spMk id="3" creationId="{41DFAF08-57CB-9BCD-1045-25C25D609B0F}"/>
          </ac:spMkLst>
        </pc:spChg>
      </pc:sldChg>
      <pc:sldChg chg="modSp new mod">
        <pc:chgData name="fred ojike" userId="d9b5b9d333df3312" providerId="LiveId" clId="{2FA5D120-9C81-4715-B841-F152B79A674A}" dt="2023-08-26T15:03:03.656" v="3235" actId="20577"/>
        <pc:sldMkLst>
          <pc:docMk/>
          <pc:sldMk cId="2767501163" sldId="262"/>
        </pc:sldMkLst>
        <pc:spChg chg="mod">
          <ac:chgData name="fred ojike" userId="d9b5b9d333df3312" providerId="LiveId" clId="{2FA5D120-9C81-4715-B841-F152B79A674A}" dt="2023-08-26T14:26:46.854" v="2970" actId="122"/>
          <ac:spMkLst>
            <pc:docMk/>
            <pc:sldMk cId="2767501163" sldId="262"/>
            <ac:spMk id="2" creationId="{6512D1F1-E207-D704-23D1-9EFBD3878154}"/>
          </ac:spMkLst>
        </pc:spChg>
        <pc:spChg chg="mod">
          <ac:chgData name="fred ojike" userId="d9b5b9d333df3312" providerId="LiveId" clId="{2FA5D120-9C81-4715-B841-F152B79A674A}" dt="2023-08-26T15:03:03.656" v="3235" actId="20577"/>
          <ac:spMkLst>
            <pc:docMk/>
            <pc:sldMk cId="2767501163" sldId="262"/>
            <ac:spMk id="3" creationId="{0FBDFED2-63D0-0538-C9A4-3F800753670D}"/>
          </ac:spMkLst>
        </pc:spChg>
      </pc:sldChg>
      <pc:sldChg chg="modSp new mod">
        <pc:chgData name="fred ojike" userId="d9b5b9d333df3312" providerId="LiveId" clId="{2FA5D120-9C81-4715-B841-F152B79A674A}" dt="2023-08-26T15:29:26.434" v="3665" actId="20577"/>
        <pc:sldMkLst>
          <pc:docMk/>
          <pc:sldMk cId="1577244263" sldId="263"/>
        </pc:sldMkLst>
        <pc:spChg chg="mod">
          <ac:chgData name="fred ojike" userId="d9b5b9d333df3312" providerId="LiveId" clId="{2FA5D120-9C81-4715-B841-F152B79A674A}" dt="2023-08-26T15:04:35.398" v="3239" actId="122"/>
          <ac:spMkLst>
            <pc:docMk/>
            <pc:sldMk cId="1577244263" sldId="263"/>
            <ac:spMk id="2" creationId="{54A75C9F-3B6C-AC26-131B-D491B16366D6}"/>
          </ac:spMkLst>
        </pc:spChg>
        <pc:spChg chg="mod">
          <ac:chgData name="fred ojike" userId="d9b5b9d333df3312" providerId="LiveId" clId="{2FA5D120-9C81-4715-B841-F152B79A674A}" dt="2023-08-26T15:29:26.434" v="3665" actId="20577"/>
          <ac:spMkLst>
            <pc:docMk/>
            <pc:sldMk cId="1577244263" sldId="263"/>
            <ac:spMk id="3" creationId="{AA7C983B-C8F3-7DA5-77EC-7A5C07B0A7F4}"/>
          </ac:spMkLst>
        </pc:spChg>
      </pc:sldChg>
      <pc:sldChg chg="modSp new mod">
        <pc:chgData name="fred ojike" userId="d9b5b9d333df3312" providerId="LiveId" clId="{2FA5D120-9C81-4715-B841-F152B79A674A}" dt="2023-08-26T15:40:28.628" v="4025" actId="20577"/>
        <pc:sldMkLst>
          <pc:docMk/>
          <pc:sldMk cId="2107118350" sldId="264"/>
        </pc:sldMkLst>
        <pc:spChg chg="mod">
          <ac:chgData name="fred ojike" userId="d9b5b9d333df3312" providerId="LiveId" clId="{2FA5D120-9C81-4715-B841-F152B79A674A}" dt="2023-08-26T15:31:27.079" v="3669" actId="122"/>
          <ac:spMkLst>
            <pc:docMk/>
            <pc:sldMk cId="2107118350" sldId="264"/>
            <ac:spMk id="2" creationId="{089CACD5-86DF-B886-A8CD-4D528FEB67EC}"/>
          </ac:spMkLst>
        </pc:spChg>
        <pc:spChg chg="mod">
          <ac:chgData name="fred ojike" userId="d9b5b9d333df3312" providerId="LiveId" clId="{2FA5D120-9C81-4715-B841-F152B79A674A}" dt="2023-08-26T15:40:28.628" v="4025" actId="20577"/>
          <ac:spMkLst>
            <pc:docMk/>
            <pc:sldMk cId="2107118350" sldId="264"/>
            <ac:spMk id="3" creationId="{570096B3-11BF-D656-73DC-08D8AE63969F}"/>
          </ac:spMkLst>
        </pc:spChg>
      </pc:sldChg>
      <pc:sldChg chg="modSp new mod">
        <pc:chgData name="fred ojike" userId="d9b5b9d333df3312" providerId="LiveId" clId="{2FA5D120-9C81-4715-B841-F152B79A674A}" dt="2023-08-31T19:16:07.022" v="5864" actId="20577"/>
        <pc:sldMkLst>
          <pc:docMk/>
          <pc:sldMk cId="214982364" sldId="265"/>
        </pc:sldMkLst>
        <pc:spChg chg="mod">
          <ac:chgData name="fred ojike" userId="d9b5b9d333df3312" providerId="LiveId" clId="{2FA5D120-9C81-4715-B841-F152B79A674A}" dt="2023-08-31T15:42:22.389" v="4031" actId="255"/>
          <ac:spMkLst>
            <pc:docMk/>
            <pc:sldMk cId="214982364" sldId="265"/>
            <ac:spMk id="2" creationId="{B223E01C-C0E6-7073-72DA-2B2BE453969B}"/>
          </ac:spMkLst>
        </pc:spChg>
        <pc:spChg chg="mod">
          <ac:chgData name="fred ojike" userId="d9b5b9d333df3312" providerId="LiveId" clId="{2FA5D120-9C81-4715-B841-F152B79A674A}" dt="2023-08-31T19:16:07.022" v="5864" actId="20577"/>
          <ac:spMkLst>
            <pc:docMk/>
            <pc:sldMk cId="214982364" sldId="265"/>
            <ac:spMk id="3" creationId="{E24C9FB7-8563-7C60-05CF-2180109359DD}"/>
          </ac:spMkLst>
        </pc:spChg>
      </pc:sldChg>
      <pc:sldChg chg="modSp new mod">
        <pc:chgData name="fred ojike" userId="d9b5b9d333df3312" providerId="LiveId" clId="{2FA5D120-9C81-4715-B841-F152B79A674A}" dt="2023-08-31T16:49:41.522" v="5045" actId="20577"/>
        <pc:sldMkLst>
          <pc:docMk/>
          <pc:sldMk cId="2246862629" sldId="266"/>
        </pc:sldMkLst>
        <pc:spChg chg="mod">
          <ac:chgData name="fred ojike" userId="d9b5b9d333df3312" providerId="LiveId" clId="{2FA5D120-9C81-4715-B841-F152B79A674A}" dt="2023-08-31T15:57:08.823" v="4549" actId="113"/>
          <ac:spMkLst>
            <pc:docMk/>
            <pc:sldMk cId="2246862629" sldId="266"/>
            <ac:spMk id="2" creationId="{EBD4AA54-C59B-311C-853F-2ACAE09FCFAF}"/>
          </ac:spMkLst>
        </pc:spChg>
        <pc:spChg chg="mod">
          <ac:chgData name="fred ojike" userId="d9b5b9d333df3312" providerId="LiveId" clId="{2FA5D120-9C81-4715-B841-F152B79A674A}" dt="2023-08-31T16:49:41.522" v="5045" actId="20577"/>
          <ac:spMkLst>
            <pc:docMk/>
            <pc:sldMk cId="2246862629" sldId="266"/>
            <ac:spMk id="3" creationId="{9C94F522-C523-10DC-C7BC-C23833B7B910}"/>
          </ac:spMkLst>
        </pc:spChg>
      </pc:sldChg>
      <pc:sldChg chg="modSp new mod">
        <pc:chgData name="fred ojike" userId="d9b5b9d333df3312" providerId="LiveId" clId="{2FA5D120-9C81-4715-B841-F152B79A674A}" dt="2023-08-31T19:06:20.423" v="5854" actId="20577"/>
        <pc:sldMkLst>
          <pc:docMk/>
          <pc:sldMk cId="3121897240" sldId="267"/>
        </pc:sldMkLst>
        <pc:spChg chg="mod">
          <ac:chgData name="fred ojike" userId="d9b5b9d333df3312" providerId="LiveId" clId="{2FA5D120-9C81-4715-B841-F152B79A674A}" dt="2023-08-31T16:56:43.969" v="5117" actId="113"/>
          <ac:spMkLst>
            <pc:docMk/>
            <pc:sldMk cId="3121897240" sldId="267"/>
            <ac:spMk id="2" creationId="{AC61E615-B5A2-4225-2AD7-53B02A23AAB6}"/>
          </ac:spMkLst>
        </pc:spChg>
        <pc:spChg chg="mod">
          <ac:chgData name="fred ojike" userId="d9b5b9d333df3312" providerId="LiveId" clId="{2FA5D120-9C81-4715-B841-F152B79A674A}" dt="2023-08-31T19:06:20.423" v="5854" actId="20577"/>
          <ac:spMkLst>
            <pc:docMk/>
            <pc:sldMk cId="3121897240" sldId="267"/>
            <ac:spMk id="3" creationId="{0C1946F3-218B-44F4-2038-3F520F25DE79}"/>
          </ac:spMkLst>
        </pc:spChg>
      </pc:sldChg>
      <pc:sldChg chg="modSp new mod">
        <pc:chgData name="fred ojike" userId="d9b5b9d333df3312" providerId="LiveId" clId="{2FA5D120-9C81-4715-B841-F152B79A674A}" dt="2023-08-31T17:40:03.661" v="5841" actId="1076"/>
        <pc:sldMkLst>
          <pc:docMk/>
          <pc:sldMk cId="2392771508" sldId="268"/>
        </pc:sldMkLst>
        <pc:spChg chg="mod">
          <ac:chgData name="fred ojike" userId="d9b5b9d333df3312" providerId="LiveId" clId="{2FA5D120-9C81-4715-B841-F152B79A674A}" dt="2023-08-31T17:39:57.130" v="5840" actId="14100"/>
          <ac:spMkLst>
            <pc:docMk/>
            <pc:sldMk cId="2392771508" sldId="268"/>
            <ac:spMk id="2" creationId="{A9232C92-2565-D5B3-4665-487D6FDE2715}"/>
          </ac:spMkLst>
        </pc:spChg>
        <pc:spChg chg="mod">
          <ac:chgData name="fred ojike" userId="d9b5b9d333df3312" providerId="LiveId" clId="{2FA5D120-9C81-4715-B841-F152B79A674A}" dt="2023-08-31T17:40:03.661" v="5841" actId="1076"/>
          <ac:spMkLst>
            <pc:docMk/>
            <pc:sldMk cId="2392771508" sldId="268"/>
            <ac:spMk id="3" creationId="{5D0AD3CD-F73F-813E-9F3F-0B42BEA31B4A}"/>
          </ac:spMkLst>
        </pc:spChg>
      </pc:sldChg>
      <pc:sldChg chg="modSp new mod">
        <pc:chgData name="fred ojike" userId="d9b5b9d333df3312" providerId="LiveId" clId="{2FA5D120-9C81-4715-B841-F152B79A674A}" dt="2023-09-07T17:25:21.989" v="6639" actId="33524"/>
        <pc:sldMkLst>
          <pc:docMk/>
          <pc:sldMk cId="2291567900" sldId="269"/>
        </pc:sldMkLst>
        <pc:spChg chg="mod">
          <ac:chgData name="fred ojike" userId="d9b5b9d333df3312" providerId="LiveId" clId="{2FA5D120-9C81-4715-B841-F152B79A674A}" dt="2023-09-07T15:26:05.820" v="5868" actId="122"/>
          <ac:spMkLst>
            <pc:docMk/>
            <pc:sldMk cId="2291567900" sldId="269"/>
            <ac:spMk id="2" creationId="{1565FB2B-9D3F-677F-5F59-19404C3AD209}"/>
          </ac:spMkLst>
        </pc:spChg>
        <pc:spChg chg="mod">
          <ac:chgData name="fred ojike" userId="d9b5b9d333df3312" providerId="LiveId" clId="{2FA5D120-9C81-4715-B841-F152B79A674A}" dt="2023-09-07T17:25:21.989" v="6639" actId="33524"/>
          <ac:spMkLst>
            <pc:docMk/>
            <pc:sldMk cId="2291567900" sldId="269"/>
            <ac:spMk id="3" creationId="{6C64FA53-F4E9-9377-0790-3EBBD9387473}"/>
          </ac:spMkLst>
        </pc:spChg>
      </pc:sldChg>
      <pc:sldChg chg="modSp new mod">
        <pc:chgData name="fred ojike" userId="d9b5b9d333df3312" providerId="LiveId" clId="{2FA5D120-9C81-4715-B841-F152B79A674A}" dt="2023-09-07T16:58:48.468" v="6254" actId="20577"/>
        <pc:sldMkLst>
          <pc:docMk/>
          <pc:sldMk cId="382756011" sldId="270"/>
        </pc:sldMkLst>
        <pc:spChg chg="mod">
          <ac:chgData name="fred ojike" userId="d9b5b9d333df3312" providerId="LiveId" clId="{2FA5D120-9C81-4715-B841-F152B79A674A}" dt="2023-09-07T16:13:58.130" v="6003" actId="113"/>
          <ac:spMkLst>
            <pc:docMk/>
            <pc:sldMk cId="382756011" sldId="270"/>
            <ac:spMk id="2" creationId="{52B0FEB1-9223-7D65-1767-6F2B06D19AF1}"/>
          </ac:spMkLst>
        </pc:spChg>
        <pc:spChg chg="mod">
          <ac:chgData name="fred ojike" userId="d9b5b9d333df3312" providerId="LiveId" clId="{2FA5D120-9C81-4715-B841-F152B79A674A}" dt="2023-09-07T16:58:48.468" v="6254" actId="20577"/>
          <ac:spMkLst>
            <pc:docMk/>
            <pc:sldMk cId="382756011" sldId="270"/>
            <ac:spMk id="3" creationId="{4E4AA8D7-0A88-575D-F6CF-AA686525CE79}"/>
          </ac:spMkLst>
        </pc:spChg>
      </pc:sldChg>
      <pc:sldChg chg="modSp new mod">
        <pc:chgData name="fred ojike" userId="d9b5b9d333df3312" providerId="LiveId" clId="{2FA5D120-9C81-4715-B841-F152B79A674A}" dt="2023-09-07T17:25:06.055" v="6638" actId="27636"/>
        <pc:sldMkLst>
          <pc:docMk/>
          <pc:sldMk cId="380689437" sldId="271"/>
        </pc:sldMkLst>
        <pc:spChg chg="mod">
          <ac:chgData name="fred ojike" userId="d9b5b9d333df3312" providerId="LiveId" clId="{2FA5D120-9C81-4715-B841-F152B79A674A}" dt="2023-09-07T16:38:30.058" v="6060" actId="122"/>
          <ac:spMkLst>
            <pc:docMk/>
            <pc:sldMk cId="380689437" sldId="271"/>
            <ac:spMk id="2" creationId="{41D9A37D-794B-5163-2DEA-BD130FA1CBA4}"/>
          </ac:spMkLst>
        </pc:spChg>
        <pc:spChg chg="mod">
          <ac:chgData name="fred ojike" userId="d9b5b9d333df3312" providerId="LiveId" clId="{2FA5D120-9C81-4715-B841-F152B79A674A}" dt="2023-09-07T17:25:06.055" v="6638" actId="27636"/>
          <ac:spMkLst>
            <pc:docMk/>
            <pc:sldMk cId="380689437" sldId="271"/>
            <ac:spMk id="3" creationId="{CC8EBDAB-AEF9-E86F-B6AB-5BB313D8F4BD}"/>
          </ac:spMkLst>
        </pc:spChg>
      </pc:sldChg>
      <pc:sldChg chg="modSp new mod">
        <pc:chgData name="fred ojike" userId="d9b5b9d333df3312" providerId="LiveId" clId="{2FA5D120-9C81-4715-B841-F152B79A674A}" dt="2023-09-07T17:24:38.638" v="6634" actId="20577"/>
        <pc:sldMkLst>
          <pc:docMk/>
          <pc:sldMk cId="3563682058" sldId="272"/>
        </pc:sldMkLst>
        <pc:spChg chg="mod">
          <ac:chgData name="fred ojike" userId="d9b5b9d333df3312" providerId="LiveId" clId="{2FA5D120-9C81-4715-B841-F152B79A674A}" dt="2023-09-07T17:01:17.336" v="6258" actId="122"/>
          <ac:spMkLst>
            <pc:docMk/>
            <pc:sldMk cId="3563682058" sldId="272"/>
            <ac:spMk id="2" creationId="{A6C6E74F-E4EA-A1EF-045A-7FAB5C6212D7}"/>
          </ac:spMkLst>
        </pc:spChg>
        <pc:spChg chg="mod">
          <ac:chgData name="fred ojike" userId="d9b5b9d333df3312" providerId="LiveId" clId="{2FA5D120-9C81-4715-B841-F152B79A674A}" dt="2023-09-07T17:24:38.638" v="6634" actId="20577"/>
          <ac:spMkLst>
            <pc:docMk/>
            <pc:sldMk cId="3563682058" sldId="272"/>
            <ac:spMk id="3" creationId="{F6B1CED2-70EF-D506-8F04-C9E92E2CBDEA}"/>
          </ac:spMkLst>
        </pc:spChg>
      </pc:sldChg>
      <pc:sldChg chg="modSp new mod">
        <pc:chgData name="fred ojike" userId="d9b5b9d333df3312" providerId="LiveId" clId="{2FA5D120-9C81-4715-B841-F152B79A674A}" dt="2023-09-08T17:59:35.420" v="6795" actId="20577"/>
        <pc:sldMkLst>
          <pc:docMk/>
          <pc:sldMk cId="1468739921" sldId="273"/>
        </pc:sldMkLst>
        <pc:spChg chg="mod">
          <ac:chgData name="fred ojike" userId="d9b5b9d333df3312" providerId="LiveId" clId="{2FA5D120-9C81-4715-B841-F152B79A674A}" dt="2023-09-08T17:59:35.420" v="6795" actId="20577"/>
          <ac:spMkLst>
            <pc:docMk/>
            <pc:sldMk cId="1468739921" sldId="273"/>
            <ac:spMk id="2" creationId="{C9274C92-85BB-2863-8EA5-142F35EABBA3}"/>
          </ac:spMkLst>
        </pc:spChg>
        <pc:spChg chg="mod">
          <ac:chgData name="fred ojike" userId="d9b5b9d333df3312" providerId="LiveId" clId="{2FA5D120-9C81-4715-B841-F152B79A674A}" dt="2023-09-08T17:57:35.692" v="6777" actId="255"/>
          <ac:spMkLst>
            <pc:docMk/>
            <pc:sldMk cId="1468739921" sldId="273"/>
            <ac:spMk id="3" creationId="{91A39329-C626-DBC4-5123-CEE8AACDC1E1}"/>
          </ac:spMkLst>
        </pc:spChg>
      </pc:sldChg>
      <pc:sldChg chg="modSp new mod">
        <pc:chgData name="fred ojike" userId="d9b5b9d333df3312" providerId="LiveId" clId="{2FA5D120-9C81-4715-B841-F152B79A674A}" dt="2023-09-08T19:38:12.757" v="7616" actId="20577"/>
        <pc:sldMkLst>
          <pc:docMk/>
          <pc:sldMk cId="3799500975" sldId="274"/>
        </pc:sldMkLst>
        <pc:spChg chg="mod">
          <ac:chgData name="fred ojike" userId="d9b5b9d333df3312" providerId="LiveId" clId="{2FA5D120-9C81-4715-B841-F152B79A674A}" dt="2023-09-08T18:00:17.655" v="6799" actId="122"/>
          <ac:spMkLst>
            <pc:docMk/>
            <pc:sldMk cId="3799500975" sldId="274"/>
            <ac:spMk id="2" creationId="{63687F3D-3913-4396-87C2-FCFCB27088DD}"/>
          </ac:spMkLst>
        </pc:spChg>
        <pc:spChg chg="mod">
          <ac:chgData name="fred ojike" userId="d9b5b9d333df3312" providerId="LiveId" clId="{2FA5D120-9C81-4715-B841-F152B79A674A}" dt="2023-09-08T19:38:12.757" v="7616" actId="20577"/>
          <ac:spMkLst>
            <pc:docMk/>
            <pc:sldMk cId="3799500975" sldId="274"/>
            <ac:spMk id="3" creationId="{815CE6E9-F3F9-62A6-3B31-16BDEBCEB10E}"/>
          </ac:spMkLst>
        </pc:spChg>
      </pc:sldChg>
      <pc:sldChg chg="modSp new mod">
        <pc:chgData name="fred ojike" userId="d9b5b9d333df3312" providerId="LiveId" clId="{2FA5D120-9C81-4715-B841-F152B79A674A}" dt="2023-09-08T19:42:47.306" v="7617" actId="13926"/>
        <pc:sldMkLst>
          <pc:docMk/>
          <pc:sldMk cId="605870943" sldId="275"/>
        </pc:sldMkLst>
        <pc:spChg chg="mod">
          <ac:chgData name="fred ojike" userId="d9b5b9d333df3312" providerId="LiveId" clId="{2FA5D120-9C81-4715-B841-F152B79A674A}" dt="2023-09-08T18:10:07.705" v="6910" actId="122"/>
          <ac:spMkLst>
            <pc:docMk/>
            <pc:sldMk cId="605870943" sldId="275"/>
            <ac:spMk id="2" creationId="{C026645E-2862-654A-2383-64EC4232213A}"/>
          </ac:spMkLst>
        </pc:spChg>
        <pc:spChg chg="mod">
          <ac:chgData name="fred ojike" userId="d9b5b9d333df3312" providerId="LiveId" clId="{2FA5D120-9C81-4715-B841-F152B79A674A}" dt="2023-09-08T19:42:47.306" v="7617" actId="13926"/>
          <ac:spMkLst>
            <pc:docMk/>
            <pc:sldMk cId="605870943" sldId="275"/>
            <ac:spMk id="3" creationId="{4A44057C-DFE0-CA27-B0AF-23372FAFBF23}"/>
          </ac:spMkLst>
        </pc:spChg>
      </pc:sldChg>
      <pc:sldChg chg="modSp new mod">
        <pc:chgData name="fred ojike" userId="d9b5b9d333df3312" providerId="LiveId" clId="{2FA5D120-9C81-4715-B841-F152B79A674A}" dt="2023-09-08T18:30:51.306" v="7362" actId="255"/>
        <pc:sldMkLst>
          <pc:docMk/>
          <pc:sldMk cId="367416030" sldId="276"/>
        </pc:sldMkLst>
        <pc:spChg chg="mod">
          <ac:chgData name="fred ojike" userId="d9b5b9d333df3312" providerId="LiveId" clId="{2FA5D120-9C81-4715-B841-F152B79A674A}" dt="2023-09-08T18:25:28.240" v="7068" actId="122"/>
          <ac:spMkLst>
            <pc:docMk/>
            <pc:sldMk cId="367416030" sldId="276"/>
            <ac:spMk id="2" creationId="{1415B120-077A-D624-8A35-B85CFF289AFA}"/>
          </ac:spMkLst>
        </pc:spChg>
        <pc:spChg chg="mod">
          <ac:chgData name="fred ojike" userId="d9b5b9d333df3312" providerId="LiveId" clId="{2FA5D120-9C81-4715-B841-F152B79A674A}" dt="2023-09-08T18:30:51.306" v="7362" actId="255"/>
          <ac:spMkLst>
            <pc:docMk/>
            <pc:sldMk cId="367416030" sldId="276"/>
            <ac:spMk id="3" creationId="{3A8F8A74-9773-5790-E49A-483D58D48226}"/>
          </ac:spMkLst>
        </pc:spChg>
      </pc:sldChg>
      <pc:sldChg chg="modSp new mod">
        <pc:chgData name="fred ojike" userId="d9b5b9d333df3312" providerId="LiveId" clId="{2FA5D120-9C81-4715-B841-F152B79A674A}" dt="2023-09-08T20:04:27.211" v="7659" actId="20577"/>
        <pc:sldMkLst>
          <pc:docMk/>
          <pc:sldMk cId="604716176" sldId="277"/>
        </pc:sldMkLst>
        <pc:spChg chg="mod">
          <ac:chgData name="fred ojike" userId="d9b5b9d333df3312" providerId="LiveId" clId="{2FA5D120-9C81-4715-B841-F152B79A674A}" dt="2023-09-08T18:38:11.167" v="7377" actId="20577"/>
          <ac:spMkLst>
            <pc:docMk/>
            <pc:sldMk cId="604716176" sldId="277"/>
            <ac:spMk id="2" creationId="{F0FE631E-EFCE-6A3B-711E-5BAF1DA070A2}"/>
          </ac:spMkLst>
        </pc:spChg>
        <pc:spChg chg="mod">
          <ac:chgData name="fred ojike" userId="d9b5b9d333df3312" providerId="LiveId" clId="{2FA5D120-9C81-4715-B841-F152B79A674A}" dt="2023-09-08T20:04:27.211" v="7659" actId="20577"/>
          <ac:spMkLst>
            <pc:docMk/>
            <pc:sldMk cId="604716176" sldId="277"/>
            <ac:spMk id="3" creationId="{CE7F8C54-38AC-5681-B975-93ABB35325F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0F2E4-563F-5A61-3A9F-226B30CEFF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1234661-4260-7BC3-DD1C-0A759A78CC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C79ADBA-36D6-4412-DB34-B1CD01AEFA78}"/>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80419263-474A-5AD9-B7E5-2F05476E00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526548-DA1E-77F3-0F5F-353DAECDCFC3}"/>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683598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32B3A-C494-6FD4-63CF-48B7811EC5C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52D795-AD8D-3897-C511-73A6FD703D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AFB001-D6C6-F12A-E906-6A4BB35C5BC9}"/>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62462667-990A-B9F5-FA1C-6C1C251291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619D0F-6F5B-BED3-D456-96C10A177AFB}"/>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248573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5F08-BFC5-256A-EF4A-77F2B791D5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002720D-E488-DE2D-53CF-D2E3BDBCF3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F264A8-9850-28D5-B188-12EF7CE12188}"/>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66C714F9-930E-3D5C-8DED-0A8B9513F2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82AC38-7A18-7D3D-CA64-DF9D1A79D348}"/>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3935243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1E45-6959-6793-5B4E-506E6926598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B35C33-A399-7AAA-8DE4-40EF830C7A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8CC2631-1FE2-0EF2-BC3E-0F7168D05E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6A42B4-7190-CA57-80DE-A25787EEC21E}"/>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6" name="Footer Placeholder 5">
            <a:extLst>
              <a:ext uri="{FF2B5EF4-FFF2-40B4-BE49-F238E27FC236}">
                <a16:creationId xmlns:a16="http://schemas.microsoft.com/office/drawing/2014/main" id="{F9A2B04A-C5F8-52EE-8D01-9E49A72AEB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868027B-9CED-90EA-9CFA-802DBE6D08D4}"/>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1052770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265D-B02D-4884-934E-924130A2F4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C3260A-962A-4F39-99F1-7C82E5FAA4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C0286D-BD01-F1BC-7727-1907E0C130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130EF85-DA33-7CC2-418B-D6C3FCAAE2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978657-D2B1-3BFF-D93E-E4B3C10F41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10A7F5-7CAA-0F87-5C27-00D766BB037B}"/>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8" name="Footer Placeholder 7">
            <a:extLst>
              <a:ext uri="{FF2B5EF4-FFF2-40B4-BE49-F238E27FC236}">
                <a16:creationId xmlns:a16="http://schemas.microsoft.com/office/drawing/2014/main" id="{A1618509-B124-EAC6-B2FB-CB3A1D228AA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03D0554-DFA4-4F6A-5CA8-0FEECEB30308}"/>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3629256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8021-4CCD-8B06-1399-A69CA7F5B57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EDE0A06-96A1-F8BF-A7F7-36273DA61923}"/>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4" name="Footer Placeholder 3">
            <a:extLst>
              <a:ext uri="{FF2B5EF4-FFF2-40B4-BE49-F238E27FC236}">
                <a16:creationId xmlns:a16="http://schemas.microsoft.com/office/drawing/2014/main" id="{18BF539E-5CEF-87A9-4414-C87B6943CC0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C6A9F3D-9A10-1D26-C0E8-00CD9D11A7CB}"/>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57784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DE4248-7B79-D3B7-833E-1C820A8441A4}"/>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3" name="Footer Placeholder 2">
            <a:extLst>
              <a:ext uri="{FF2B5EF4-FFF2-40B4-BE49-F238E27FC236}">
                <a16:creationId xmlns:a16="http://schemas.microsoft.com/office/drawing/2014/main" id="{F1802D5B-BA43-6FCD-B558-EC1E912D96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8DFA801-4E15-BB0C-DF08-4B08BCA14433}"/>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336915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C572A-1816-6A1B-C6E7-B5A0C5D8AB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DBCB693-3CFD-4AD0-59A1-1DF86A2373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5B60881-E4B5-D820-4E74-480FE6EA6D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3C9C04-C4EC-EB6F-D74A-10D01E167E4C}"/>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6" name="Footer Placeholder 5">
            <a:extLst>
              <a:ext uri="{FF2B5EF4-FFF2-40B4-BE49-F238E27FC236}">
                <a16:creationId xmlns:a16="http://schemas.microsoft.com/office/drawing/2014/main" id="{E1DD5448-7D3D-FD82-427D-412900404B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8732D4-DDB6-3FC7-5A83-DBD51CF47EF9}"/>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843803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4BCDC-7158-0024-AB11-3CAC12C84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305185E-A6AC-139F-8213-FC365F4E35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05201C9-4372-2164-2082-98DF6C4CD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C78ECF-3CD2-9F95-28A1-BEF8A839780C}"/>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6" name="Footer Placeholder 5">
            <a:extLst>
              <a:ext uri="{FF2B5EF4-FFF2-40B4-BE49-F238E27FC236}">
                <a16:creationId xmlns:a16="http://schemas.microsoft.com/office/drawing/2014/main" id="{3653BE9C-1C4B-C426-279D-419A079F93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79C8C52-8E30-0AA0-F208-988376C95D64}"/>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4172121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6AAD-D235-0100-69DC-9436AAE60D1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1E5012-6565-0885-00D3-356F1FA495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BC636B-1CD6-E6D3-B980-F7806A4E6DC0}"/>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50F4B3AB-A645-40D4-0095-E6F28C37AAC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2520B2-DF24-FB7C-7208-EDCE0D961D44}"/>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2593161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80501E-9FA4-F5D0-97C0-9CCB2D768E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3E8649-F260-2F68-7120-7571F4BA5D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6E4207-8616-6309-31C4-3E0FF344A2F8}"/>
              </a:ext>
            </a:extLst>
          </p:cNvPr>
          <p:cNvSpPr>
            <a:spLocks noGrp="1"/>
          </p:cNvSpPr>
          <p:nvPr>
            <p:ph type="dt" sz="half" idx="10"/>
          </p:nvPr>
        </p:nvSpPr>
        <p:spPr/>
        <p:txBody>
          <a:body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C98E4185-6841-E43E-768F-FDC71FFCBD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470D9E-B645-1A13-75AD-FAD137E771E2}"/>
              </a:ext>
            </a:extLst>
          </p:cNvPr>
          <p:cNvSpPr>
            <a:spLocks noGrp="1"/>
          </p:cNvSpPr>
          <p:nvPr>
            <p:ph type="sldNum" sz="quarter" idx="12"/>
          </p:nvPr>
        </p:nvSpPr>
        <p:spPr/>
        <p:txBody>
          <a:bodyPr/>
          <a:lstStyle/>
          <a:p>
            <a:fld id="{8FE18A75-68BA-409C-9C24-27C33ADC2BC0}" type="slidenum">
              <a:rPr lang="en-GB" smtClean="0"/>
              <a:t>‹#›</a:t>
            </a:fld>
            <a:endParaRPr lang="en-GB"/>
          </a:p>
        </p:txBody>
      </p:sp>
    </p:spTree>
    <p:extLst>
      <p:ext uri="{BB962C8B-B14F-4D97-AF65-F5344CB8AC3E}">
        <p14:creationId xmlns:p14="http://schemas.microsoft.com/office/powerpoint/2010/main" val="1264255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7F61BB-EA2E-470B-8778-47BC7CE5CC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BEC93EE-361D-2E1C-E7CA-BCA4BF5F07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4A2A88-DE77-70D6-98A8-0E0451EA22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9BFE58-709D-4631-A00F-E6EE5012E157}" type="datetimeFigureOut">
              <a:rPr lang="en-GB" smtClean="0"/>
              <a:t>23/05/2026</a:t>
            </a:fld>
            <a:endParaRPr lang="en-GB"/>
          </a:p>
        </p:txBody>
      </p:sp>
      <p:sp>
        <p:nvSpPr>
          <p:cNvPr id="5" name="Footer Placeholder 4">
            <a:extLst>
              <a:ext uri="{FF2B5EF4-FFF2-40B4-BE49-F238E27FC236}">
                <a16:creationId xmlns:a16="http://schemas.microsoft.com/office/drawing/2014/main" id="{24D62809-2464-3637-11CD-7769BAAB21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C4EE257-E750-0C9C-3C48-4998E38929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E18A75-68BA-409C-9C24-27C33ADC2BC0}" type="slidenum">
              <a:rPr lang="en-GB" smtClean="0"/>
              <a:t>‹#›</a:t>
            </a:fld>
            <a:endParaRPr lang="en-GB"/>
          </a:p>
        </p:txBody>
      </p:sp>
    </p:spTree>
    <p:extLst>
      <p:ext uri="{BB962C8B-B14F-4D97-AF65-F5344CB8AC3E}">
        <p14:creationId xmlns:p14="http://schemas.microsoft.com/office/powerpoint/2010/main" val="2821632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package" Target="../embeddings/Microsoft_Word_Document.docx"/><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FCF5F-CB03-B6A3-2C9C-FDEA112064E1}"/>
              </a:ext>
            </a:extLst>
          </p:cNvPr>
          <p:cNvSpPr>
            <a:spLocks noGrp="1"/>
          </p:cNvSpPr>
          <p:nvPr>
            <p:ph type="ctrTitle"/>
          </p:nvPr>
        </p:nvSpPr>
        <p:spPr>
          <a:xfrm flipH="1">
            <a:off x="1057273" y="638175"/>
            <a:ext cx="9715501" cy="533401"/>
          </a:xfrm>
        </p:spPr>
        <p:txBody>
          <a:bodyPr>
            <a:noAutofit/>
          </a:bodyPr>
          <a:lstStyle/>
          <a:p>
            <a:r>
              <a:rPr lang="en-GB" sz="4000" b="1"/>
              <a:t>Drug Life Cycle (Development Stages)</a:t>
            </a:r>
          </a:p>
        </p:txBody>
      </p:sp>
      <p:sp>
        <p:nvSpPr>
          <p:cNvPr id="3" name="Subtitle 2">
            <a:extLst>
              <a:ext uri="{FF2B5EF4-FFF2-40B4-BE49-F238E27FC236}">
                <a16:creationId xmlns:a16="http://schemas.microsoft.com/office/drawing/2014/main" id="{8520FC46-E065-DF1C-ACDD-C94614C59C5F}"/>
              </a:ext>
            </a:extLst>
          </p:cNvPr>
          <p:cNvSpPr>
            <a:spLocks noGrp="1"/>
          </p:cNvSpPr>
          <p:nvPr>
            <p:ph type="subTitle" idx="1"/>
          </p:nvPr>
        </p:nvSpPr>
        <p:spPr>
          <a:xfrm>
            <a:off x="204186" y="1724025"/>
            <a:ext cx="11913833" cy="3848100"/>
          </a:xfrm>
        </p:spPr>
        <p:txBody>
          <a:bodyPr/>
          <a:lstStyle/>
          <a:p>
            <a:pPr algn="l"/>
            <a:r>
              <a:rPr lang="en-GB"/>
              <a:t>                                               IND                  NDA</a:t>
            </a:r>
          </a:p>
          <a:p>
            <a:pPr algn="l"/>
            <a:r>
              <a:rPr lang="en-GB"/>
              <a:t>Discovery         Preclinical            Clinical               Regulatory Approval           Post Mkt Surveillance</a:t>
            </a:r>
          </a:p>
          <a:p>
            <a:pPr algn="l"/>
            <a:endParaRPr lang="en-GB"/>
          </a:p>
          <a:p>
            <a:pPr algn="l"/>
            <a:endParaRPr lang="en-GB"/>
          </a:p>
          <a:p>
            <a:pPr algn="l"/>
            <a:r>
              <a:rPr lang="en-GB"/>
              <a:t>                                                       Phase 1               Phase 2                Phase 3                Phase 4 </a:t>
            </a:r>
          </a:p>
          <a:p>
            <a:pPr algn="l"/>
            <a:r>
              <a:rPr lang="en-GB"/>
              <a:t>IND = </a:t>
            </a:r>
            <a:r>
              <a:rPr lang="en-GB" sz="1600"/>
              <a:t>Investigational New Drug application</a:t>
            </a:r>
          </a:p>
          <a:p>
            <a:pPr algn="l"/>
            <a:r>
              <a:rPr lang="en-GB" sz="1600"/>
              <a:t>NDA = New Drug Application </a:t>
            </a:r>
          </a:p>
          <a:p>
            <a:pPr algn="l"/>
            <a:endParaRPr lang="en-GB" sz="1600"/>
          </a:p>
        </p:txBody>
      </p:sp>
      <p:sp>
        <p:nvSpPr>
          <p:cNvPr id="5" name="Arrow: Right 4">
            <a:extLst>
              <a:ext uri="{FF2B5EF4-FFF2-40B4-BE49-F238E27FC236}">
                <a16:creationId xmlns:a16="http://schemas.microsoft.com/office/drawing/2014/main" id="{24509257-4A12-CE1E-624B-DCD5015109B8}"/>
              </a:ext>
            </a:extLst>
          </p:cNvPr>
          <p:cNvSpPr/>
          <p:nvPr/>
        </p:nvSpPr>
        <p:spPr>
          <a:xfrm>
            <a:off x="1553593" y="2219418"/>
            <a:ext cx="541538" cy="301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0FDED23B-36A8-B3EF-ACC2-C7A889FEEFDD}"/>
              </a:ext>
            </a:extLst>
          </p:cNvPr>
          <p:cNvSpPr/>
          <p:nvPr/>
        </p:nvSpPr>
        <p:spPr>
          <a:xfrm>
            <a:off x="3444537" y="2219418"/>
            <a:ext cx="662863" cy="301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D4097C6F-336C-9330-35E3-AD0E6CC662C0}"/>
              </a:ext>
            </a:extLst>
          </p:cNvPr>
          <p:cNvSpPr/>
          <p:nvPr/>
        </p:nvSpPr>
        <p:spPr>
          <a:xfrm>
            <a:off x="5184558" y="2219418"/>
            <a:ext cx="662863" cy="301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D983D93A-7FF8-964A-07D9-0C28761F4445}"/>
              </a:ext>
            </a:extLst>
          </p:cNvPr>
          <p:cNvSpPr/>
          <p:nvPr/>
        </p:nvSpPr>
        <p:spPr>
          <a:xfrm>
            <a:off x="8691239" y="2219418"/>
            <a:ext cx="562250" cy="301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5D7009B2-5CAA-A389-E8FF-611CFAF91260}"/>
              </a:ext>
            </a:extLst>
          </p:cNvPr>
          <p:cNvSpPr/>
          <p:nvPr/>
        </p:nvSpPr>
        <p:spPr>
          <a:xfrm>
            <a:off x="4287915" y="2669667"/>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Right 10">
            <a:extLst>
              <a:ext uri="{FF2B5EF4-FFF2-40B4-BE49-F238E27FC236}">
                <a16:creationId xmlns:a16="http://schemas.microsoft.com/office/drawing/2014/main" id="{C112A410-138E-B784-28B1-636EB8402F1D}"/>
              </a:ext>
            </a:extLst>
          </p:cNvPr>
          <p:cNvSpPr/>
          <p:nvPr/>
        </p:nvSpPr>
        <p:spPr>
          <a:xfrm>
            <a:off x="5054357" y="3562059"/>
            <a:ext cx="89368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4C0AAE78-25FD-F6CD-1162-493C3B9EE64B}"/>
              </a:ext>
            </a:extLst>
          </p:cNvPr>
          <p:cNvSpPr/>
          <p:nvPr/>
        </p:nvSpPr>
        <p:spPr>
          <a:xfrm>
            <a:off x="7104760" y="3492518"/>
            <a:ext cx="89368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a:extLst>
              <a:ext uri="{FF2B5EF4-FFF2-40B4-BE49-F238E27FC236}">
                <a16:creationId xmlns:a16="http://schemas.microsoft.com/office/drawing/2014/main" id="{F306B575-D75C-0DA8-11B0-44B963C6F896}"/>
              </a:ext>
            </a:extLst>
          </p:cNvPr>
          <p:cNvSpPr/>
          <p:nvPr/>
        </p:nvSpPr>
        <p:spPr>
          <a:xfrm>
            <a:off x="10288142" y="2669667"/>
            <a:ext cx="484632" cy="8923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Down 15">
            <a:extLst>
              <a:ext uri="{FF2B5EF4-FFF2-40B4-BE49-F238E27FC236}">
                <a16:creationId xmlns:a16="http://schemas.microsoft.com/office/drawing/2014/main" id="{F8A45C81-D346-F4D7-7816-C87927AA9853}"/>
              </a:ext>
            </a:extLst>
          </p:cNvPr>
          <p:cNvSpPr/>
          <p:nvPr/>
        </p:nvSpPr>
        <p:spPr>
          <a:xfrm>
            <a:off x="3533652" y="2032987"/>
            <a:ext cx="484632" cy="1686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3F626D1C-65B8-E8F8-0F1E-694ABAF05E3E}"/>
              </a:ext>
            </a:extLst>
          </p:cNvPr>
          <p:cNvSpPr/>
          <p:nvPr/>
        </p:nvSpPr>
        <p:spPr>
          <a:xfrm>
            <a:off x="5182281" y="2050742"/>
            <a:ext cx="484632" cy="1686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0B050"/>
              </a:solidFill>
            </a:endParaRPr>
          </a:p>
        </p:txBody>
      </p:sp>
      <p:sp>
        <p:nvSpPr>
          <p:cNvPr id="18" name="Block Arc 17">
            <a:extLst>
              <a:ext uri="{FF2B5EF4-FFF2-40B4-BE49-F238E27FC236}">
                <a16:creationId xmlns:a16="http://schemas.microsoft.com/office/drawing/2014/main" id="{2D5220F0-8A00-57AF-FFE8-490B797498B9}"/>
              </a:ext>
            </a:extLst>
          </p:cNvPr>
          <p:cNvSpPr/>
          <p:nvPr/>
        </p:nvSpPr>
        <p:spPr>
          <a:xfrm>
            <a:off x="204186" y="1222437"/>
            <a:ext cx="3581339" cy="444532"/>
          </a:xfrm>
          <a:prstGeom prst="blockArc">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a:solidFill>
                  <a:srgbClr val="FF0000"/>
                </a:solidFill>
              </a:rPr>
              <a:t>Pharma/Biotech</a:t>
            </a:r>
          </a:p>
        </p:txBody>
      </p:sp>
      <p:sp>
        <p:nvSpPr>
          <p:cNvPr id="19" name="Block Arc 18">
            <a:extLst>
              <a:ext uri="{FF2B5EF4-FFF2-40B4-BE49-F238E27FC236}">
                <a16:creationId xmlns:a16="http://schemas.microsoft.com/office/drawing/2014/main" id="{13A53FD6-CF1A-17E1-ABE4-DD466D3484CC}"/>
              </a:ext>
            </a:extLst>
          </p:cNvPr>
          <p:cNvSpPr/>
          <p:nvPr/>
        </p:nvSpPr>
        <p:spPr>
          <a:xfrm>
            <a:off x="4530231" y="1220586"/>
            <a:ext cx="7303703" cy="444532"/>
          </a:xfrm>
          <a:prstGeom prst="blockArc">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a:solidFill>
                  <a:srgbClr val="FF0000"/>
                </a:solidFill>
              </a:rPr>
              <a:t>Pharma/Biotech contracts CROs</a:t>
            </a:r>
          </a:p>
        </p:txBody>
      </p:sp>
      <p:pic>
        <p:nvPicPr>
          <p:cNvPr id="9" name="Picture 8" descr="A blue star with white text&#10;&#10;Description automatically generated">
            <a:extLst>
              <a:ext uri="{FF2B5EF4-FFF2-40B4-BE49-F238E27FC236}">
                <a16:creationId xmlns:a16="http://schemas.microsoft.com/office/drawing/2014/main" id="{F899021F-BEAA-239A-342E-A650CBCE1E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8703" y="5717219"/>
            <a:ext cx="2299316" cy="1140781"/>
          </a:xfrm>
          <a:prstGeom prst="rect">
            <a:avLst/>
          </a:prstGeom>
        </p:spPr>
      </p:pic>
    </p:spTree>
    <p:extLst>
      <p:ext uri="{BB962C8B-B14F-4D97-AF65-F5344CB8AC3E}">
        <p14:creationId xmlns:p14="http://schemas.microsoft.com/office/powerpoint/2010/main" val="23359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EBAD-ABBF-9669-FF24-006A2634C736}"/>
              </a:ext>
            </a:extLst>
          </p:cNvPr>
          <p:cNvSpPr>
            <a:spLocks noGrp="1"/>
          </p:cNvSpPr>
          <p:nvPr>
            <p:ph type="title"/>
          </p:nvPr>
        </p:nvSpPr>
        <p:spPr>
          <a:xfrm flipH="1">
            <a:off x="745724" y="134306"/>
            <a:ext cx="10608076" cy="513764"/>
          </a:xfrm>
        </p:spPr>
        <p:txBody>
          <a:bodyPr>
            <a:normAutofit fontScale="90000"/>
          </a:bodyPr>
          <a:lstStyle/>
          <a:p>
            <a:pPr algn="ctr"/>
            <a:r>
              <a:rPr lang="en-GB"/>
              <a:t> </a:t>
            </a:r>
            <a:r>
              <a:rPr lang="en-GB" b="1"/>
              <a:t>UK Regulatory Authorities (Startup Activities)</a:t>
            </a:r>
          </a:p>
        </p:txBody>
      </p:sp>
      <p:sp>
        <p:nvSpPr>
          <p:cNvPr id="3" name="Content Placeholder 2">
            <a:extLst>
              <a:ext uri="{FF2B5EF4-FFF2-40B4-BE49-F238E27FC236}">
                <a16:creationId xmlns:a16="http://schemas.microsoft.com/office/drawing/2014/main" id="{52400480-C082-41ED-D51A-740B67D7B3F1}"/>
              </a:ext>
            </a:extLst>
          </p:cNvPr>
          <p:cNvSpPr>
            <a:spLocks noGrp="1"/>
          </p:cNvSpPr>
          <p:nvPr>
            <p:ph idx="1"/>
          </p:nvPr>
        </p:nvSpPr>
        <p:spPr>
          <a:xfrm>
            <a:off x="838200" y="648071"/>
            <a:ext cx="10515600" cy="4634144"/>
          </a:xfrm>
        </p:spPr>
        <p:txBody>
          <a:bodyPr>
            <a:normAutofit lnSpcReduction="10000"/>
          </a:bodyPr>
          <a:lstStyle/>
          <a:p>
            <a:pPr marL="0" indent="0">
              <a:buNone/>
            </a:pPr>
            <a:endParaRPr lang="en-GB"/>
          </a:p>
          <a:p>
            <a:pPr marL="0" indent="0">
              <a:buNone/>
            </a:pPr>
            <a:r>
              <a:rPr lang="en-GB"/>
              <a:t>                  MHRA                    HRA                  NIHR</a:t>
            </a:r>
          </a:p>
          <a:p>
            <a:pPr marL="0" indent="0">
              <a:buNone/>
            </a:pPr>
            <a:r>
              <a:rPr lang="en-GB"/>
              <a:t>     </a:t>
            </a:r>
          </a:p>
          <a:p>
            <a:pPr marL="0" indent="0">
              <a:buNone/>
            </a:pPr>
            <a:endParaRPr lang="en-GB"/>
          </a:p>
          <a:p>
            <a:pPr marL="0" indent="0">
              <a:buNone/>
            </a:pPr>
            <a:r>
              <a:rPr lang="en-GB" sz="1600" b="1"/>
              <a:t>(Clinical Trial                                                (Ethical Approval &amp;                         (Funding, Management and Supportive Function</a:t>
            </a:r>
          </a:p>
          <a:p>
            <a:pPr marL="0" indent="0">
              <a:buNone/>
            </a:pPr>
            <a:r>
              <a:rPr lang="en-GB" sz="1600" b="1"/>
              <a:t>Application via IRAS)                                 Favourable Opinion                          Via Clinical Research Networks, CRNs)</a:t>
            </a:r>
          </a:p>
          <a:p>
            <a:pPr marL="0" indent="0">
              <a:buNone/>
            </a:pPr>
            <a:r>
              <a:rPr lang="en-GB" sz="1600" b="1"/>
              <a:t>                                                                       by Ethics Committee=IEC)</a:t>
            </a:r>
          </a:p>
          <a:p>
            <a:pPr marL="0" indent="0">
              <a:buNone/>
            </a:pPr>
            <a:endParaRPr lang="en-GB" sz="1600" b="1"/>
          </a:p>
          <a:p>
            <a:pPr marL="0" indent="0">
              <a:buNone/>
            </a:pPr>
            <a:r>
              <a:rPr lang="en-GB" sz="2000"/>
              <a:t>MHRA = Medicines and Healthcare Products Regulatory Authority </a:t>
            </a:r>
          </a:p>
          <a:p>
            <a:pPr marL="0" indent="0">
              <a:buNone/>
            </a:pPr>
            <a:r>
              <a:rPr lang="en-GB" sz="2000"/>
              <a:t>HRA </a:t>
            </a:r>
            <a:r>
              <a:rPr lang="en-GB" sz="2000" b="1"/>
              <a:t>= </a:t>
            </a:r>
            <a:r>
              <a:rPr lang="en-GB" sz="2000"/>
              <a:t>Health Research Authority, have 85 RECs (</a:t>
            </a:r>
            <a:r>
              <a:rPr lang="en-GB" sz="1400" b="0" i="0">
                <a:solidFill>
                  <a:srgbClr val="040C28"/>
                </a:solidFill>
                <a:effectLst/>
                <a:latin typeface="Google Sans"/>
              </a:rPr>
              <a:t>65 in England, 11 in Scotland, 7 in Wales and 2 RECs in Northern Ireland</a:t>
            </a:r>
            <a:r>
              <a:rPr lang="en-GB" sz="1400">
                <a:solidFill>
                  <a:srgbClr val="4D5156"/>
                </a:solidFill>
                <a:latin typeface="Google Sans"/>
              </a:rPr>
              <a:t>)</a:t>
            </a:r>
            <a:r>
              <a:rPr lang="en-GB" sz="1400" b="0" i="0">
                <a:solidFill>
                  <a:srgbClr val="4D5156"/>
                </a:solidFill>
                <a:effectLst/>
                <a:latin typeface="Google Sans"/>
              </a:rPr>
              <a:t> </a:t>
            </a:r>
            <a:endParaRPr lang="en-GB" sz="2000"/>
          </a:p>
          <a:p>
            <a:pPr marL="0" indent="0">
              <a:buNone/>
            </a:pPr>
            <a:r>
              <a:rPr lang="en-GB" sz="2000"/>
              <a:t>NIHR= National Institute for Health and Care Research (15 CRNs in the UK)</a:t>
            </a:r>
          </a:p>
          <a:p>
            <a:pPr marL="0" indent="0">
              <a:buNone/>
            </a:pPr>
            <a:r>
              <a:rPr lang="en-GB" sz="2000"/>
              <a:t>NHS R&amp;D issues Capacity and Capability Confirmation Letter</a:t>
            </a:r>
          </a:p>
        </p:txBody>
      </p:sp>
      <p:sp>
        <p:nvSpPr>
          <p:cNvPr id="4" name="Arrow: Bent-Up 3">
            <a:extLst>
              <a:ext uri="{FF2B5EF4-FFF2-40B4-BE49-F238E27FC236}">
                <a16:creationId xmlns:a16="http://schemas.microsoft.com/office/drawing/2014/main" id="{3DC45C5E-D6D8-C5D0-AFC8-1E65922C8CFB}"/>
              </a:ext>
            </a:extLst>
          </p:cNvPr>
          <p:cNvSpPr/>
          <p:nvPr/>
        </p:nvSpPr>
        <p:spPr>
          <a:xfrm>
            <a:off x="2032987" y="1757778"/>
            <a:ext cx="850392" cy="97654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Bent-Up 4">
            <a:extLst>
              <a:ext uri="{FF2B5EF4-FFF2-40B4-BE49-F238E27FC236}">
                <a16:creationId xmlns:a16="http://schemas.microsoft.com/office/drawing/2014/main" id="{DE3071F2-37E3-6279-D485-A81DDD43807E}"/>
              </a:ext>
            </a:extLst>
          </p:cNvPr>
          <p:cNvSpPr/>
          <p:nvPr/>
        </p:nvSpPr>
        <p:spPr>
          <a:xfrm>
            <a:off x="4608991" y="1575785"/>
            <a:ext cx="850392" cy="97654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Bent-Up 5">
            <a:extLst>
              <a:ext uri="{FF2B5EF4-FFF2-40B4-BE49-F238E27FC236}">
                <a16:creationId xmlns:a16="http://schemas.microsoft.com/office/drawing/2014/main" id="{54B557D5-A045-C852-3CB4-4BF199BD9A6A}"/>
              </a:ext>
            </a:extLst>
          </p:cNvPr>
          <p:cNvSpPr/>
          <p:nvPr/>
        </p:nvSpPr>
        <p:spPr>
          <a:xfrm>
            <a:off x="6909787" y="1575785"/>
            <a:ext cx="850392" cy="97654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07E028E-9668-CD74-FAC0-C83E3A38EBA0}"/>
              </a:ext>
            </a:extLst>
          </p:cNvPr>
          <p:cNvPicPr>
            <a:picLocks noChangeAspect="1"/>
          </p:cNvPicPr>
          <p:nvPr/>
        </p:nvPicPr>
        <p:blipFill>
          <a:blip r:embed="rId2"/>
          <a:stretch>
            <a:fillRect/>
          </a:stretch>
        </p:blipFill>
        <p:spPr>
          <a:xfrm>
            <a:off x="9881772" y="5717949"/>
            <a:ext cx="2298391" cy="1140051"/>
          </a:xfrm>
          <a:prstGeom prst="rect">
            <a:avLst/>
          </a:prstGeom>
        </p:spPr>
      </p:pic>
    </p:spTree>
    <p:extLst>
      <p:ext uri="{BB962C8B-B14F-4D97-AF65-F5344CB8AC3E}">
        <p14:creationId xmlns:p14="http://schemas.microsoft.com/office/powerpoint/2010/main" val="2355652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11A37-7A5F-A6F8-5A8E-F3AAD53CD6A3}"/>
              </a:ext>
            </a:extLst>
          </p:cNvPr>
          <p:cNvSpPr>
            <a:spLocks noGrp="1"/>
          </p:cNvSpPr>
          <p:nvPr>
            <p:ph type="title"/>
          </p:nvPr>
        </p:nvSpPr>
        <p:spPr/>
        <p:txBody>
          <a:bodyPr/>
          <a:lstStyle/>
          <a:p>
            <a:pPr algn="ctr"/>
            <a:r>
              <a:rPr lang="en-GB" b="1"/>
              <a:t>Assignments </a:t>
            </a:r>
          </a:p>
        </p:txBody>
      </p:sp>
      <p:sp>
        <p:nvSpPr>
          <p:cNvPr id="3" name="Content Placeholder 2">
            <a:extLst>
              <a:ext uri="{FF2B5EF4-FFF2-40B4-BE49-F238E27FC236}">
                <a16:creationId xmlns:a16="http://schemas.microsoft.com/office/drawing/2014/main" id="{C567AD93-9328-6B6E-507F-E653AE3BF6FC}"/>
              </a:ext>
            </a:extLst>
          </p:cNvPr>
          <p:cNvSpPr>
            <a:spLocks noGrp="1"/>
          </p:cNvSpPr>
          <p:nvPr>
            <p:ph idx="1"/>
          </p:nvPr>
        </p:nvSpPr>
        <p:spPr/>
        <p:txBody>
          <a:bodyPr>
            <a:normAutofit fontScale="85000" lnSpcReduction="20000"/>
          </a:bodyPr>
          <a:lstStyle/>
          <a:p>
            <a:pPr marL="0" indent="0">
              <a:buNone/>
            </a:pPr>
            <a:r>
              <a:rPr lang="en-GB"/>
              <a:t>-Therapeutic Area Experience and Expertise</a:t>
            </a:r>
          </a:p>
          <a:p>
            <a:pPr marL="0" indent="0">
              <a:buNone/>
            </a:pPr>
            <a:r>
              <a:rPr lang="en-GB"/>
              <a:t>-Oncology</a:t>
            </a:r>
          </a:p>
          <a:p>
            <a:r>
              <a:rPr lang="en-GB"/>
              <a:t>Breast Cancer</a:t>
            </a:r>
          </a:p>
          <a:p>
            <a:r>
              <a:rPr lang="en-GB"/>
              <a:t>Prostate Cancer</a:t>
            </a:r>
          </a:p>
          <a:p>
            <a:r>
              <a:rPr lang="en-GB"/>
              <a:t>Cervical cancer</a:t>
            </a:r>
          </a:p>
          <a:p>
            <a:r>
              <a:rPr lang="en-GB"/>
              <a:t>Diffused B-cell Lymphoma </a:t>
            </a:r>
          </a:p>
          <a:p>
            <a:pPr marL="0" indent="0">
              <a:buNone/>
            </a:pPr>
            <a:r>
              <a:rPr lang="en-GB"/>
              <a:t>-Cardiology</a:t>
            </a:r>
          </a:p>
          <a:p>
            <a:r>
              <a:rPr lang="en-GB"/>
              <a:t>Hypertension </a:t>
            </a:r>
          </a:p>
          <a:p>
            <a:r>
              <a:rPr lang="en-GB"/>
              <a:t>Coronary heart disease</a:t>
            </a:r>
          </a:p>
          <a:p>
            <a:pPr marL="0" indent="0">
              <a:buNone/>
            </a:pPr>
            <a:r>
              <a:rPr lang="en-GB"/>
              <a:t>-Dermatology</a:t>
            </a:r>
          </a:p>
          <a:p>
            <a:pPr marL="0" indent="0">
              <a:buNone/>
            </a:pPr>
            <a:r>
              <a:rPr lang="en-GB"/>
              <a:t>-Gastroenterology </a:t>
            </a:r>
          </a:p>
          <a:p>
            <a:pPr marL="0" indent="0">
              <a:buNone/>
            </a:pPr>
            <a:endParaRPr lang="en-GB"/>
          </a:p>
          <a:p>
            <a:pPr marL="0" indent="0">
              <a:buNone/>
            </a:pPr>
            <a:endParaRPr lang="en-GB"/>
          </a:p>
        </p:txBody>
      </p:sp>
      <p:pic>
        <p:nvPicPr>
          <p:cNvPr id="4" name="Picture 3">
            <a:extLst>
              <a:ext uri="{FF2B5EF4-FFF2-40B4-BE49-F238E27FC236}">
                <a16:creationId xmlns:a16="http://schemas.microsoft.com/office/drawing/2014/main" id="{75FA139C-B618-DDAB-048E-833DAC934E5D}"/>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190680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9FA38-925C-89B4-B878-6709580229D8}"/>
              </a:ext>
            </a:extLst>
          </p:cNvPr>
          <p:cNvSpPr>
            <a:spLocks noGrp="1"/>
          </p:cNvSpPr>
          <p:nvPr>
            <p:ph type="title"/>
          </p:nvPr>
        </p:nvSpPr>
        <p:spPr/>
        <p:txBody>
          <a:bodyPr/>
          <a:lstStyle/>
          <a:p>
            <a:r>
              <a:rPr lang="en-GB" b="1"/>
              <a:t>Assignment Continues</a:t>
            </a:r>
          </a:p>
        </p:txBody>
      </p:sp>
      <p:sp>
        <p:nvSpPr>
          <p:cNvPr id="3" name="Content Placeholder 2">
            <a:extLst>
              <a:ext uri="{FF2B5EF4-FFF2-40B4-BE49-F238E27FC236}">
                <a16:creationId xmlns:a16="http://schemas.microsoft.com/office/drawing/2014/main" id="{D961C633-E7C9-8129-F5FC-7A8F9A93CF15}"/>
              </a:ext>
            </a:extLst>
          </p:cNvPr>
          <p:cNvSpPr>
            <a:spLocks noGrp="1"/>
          </p:cNvSpPr>
          <p:nvPr>
            <p:ph idx="1"/>
          </p:nvPr>
        </p:nvSpPr>
        <p:spPr/>
        <p:txBody>
          <a:bodyPr/>
          <a:lstStyle/>
          <a:p>
            <a:r>
              <a:rPr lang="en-GB"/>
              <a:t>Read regulatory authorities in detail, by visiting their websites</a:t>
            </a:r>
          </a:p>
          <a:p>
            <a:r>
              <a:rPr lang="en-GB"/>
              <a:t>Watch the 2</a:t>
            </a:r>
            <a:r>
              <a:rPr lang="en-GB" baseline="30000"/>
              <a:t>nd</a:t>
            </a:r>
            <a:r>
              <a:rPr lang="en-GB"/>
              <a:t> video that will be sent to WhatsApp </a:t>
            </a:r>
          </a:p>
        </p:txBody>
      </p:sp>
      <p:pic>
        <p:nvPicPr>
          <p:cNvPr id="4" name="Picture 3">
            <a:extLst>
              <a:ext uri="{FF2B5EF4-FFF2-40B4-BE49-F238E27FC236}">
                <a16:creationId xmlns:a16="http://schemas.microsoft.com/office/drawing/2014/main" id="{B981F197-9A79-269A-DCEC-BE88FFB7168B}"/>
              </a:ext>
            </a:extLst>
          </p:cNvPr>
          <p:cNvPicPr>
            <a:picLocks noChangeAspect="1"/>
          </p:cNvPicPr>
          <p:nvPr/>
        </p:nvPicPr>
        <p:blipFill>
          <a:blip r:embed="rId2"/>
          <a:stretch>
            <a:fillRect/>
          </a:stretch>
        </p:blipFill>
        <p:spPr>
          <a:xfrm>
            <a:off x="9912659" y="5717949"/>
            <a:ext cx="2298391" cy="1140051"/>
          </a:xfrm>
          <a:prstGeom prst="rect">
            <a:avLst/>
          </a:prstGeom>
        </p:spPr>
      </p:pic>
    </p:spTree>
    <p:extLst>
      <p:ext uri="{BB962C8B-B14F-4D97-AF65-F5344CB8AC3E}">
        <p14:creationId xmlns:p14="http://schemas.microsoft.com/office/powerpoint/2010/main" val="2589737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EFB4E-2E65-8C5C-0FA9-7F2141709357}"/>
              </a:ext>
            </a:extLst>
          </p:cNvPr>
          <p:cNvSpPr>
            <a:spLocks noGrp="1"/>
          </p:cNvSpPr>
          <p:nvPr>
            <p:ph type="title"/>
          </p:nvPr>
        </p:nvSpPr>
        <p:spPr/>
        <p:txBody>
          <a:bodyPr/>
          <a:lstStyle/>
          <a:p>
            <a:pPr algn="ctr"/>
            <a:r>
              <a:rPr lang="en-GB" b="1"/>
              <a:t>Approval required to open Site</a:t>
            </a:r>
          </a:p>
        </p:txBody>
      </p:sp>
      <p:sp>
        <p:nvSpPr>
          <p:cNvPr id="3" name="Content Placeholder 2">
            <a:extLst>
              <a:ext uri="{FF2B5EF4-FFF2-40B4-BE49-F238E27FC236}">
                <a16:creationId xmlns:a16="http://schemas.microsoft.com/office/drawing/2014/main" id="{F018F6F4-B376-94CC-EDA8-0CE7003F1A7A}"/>
              </a:ext>
            </a:extLst>
          </p:cNvPr>
          <p:cNvSpPr>
            <a:spLocks noGrp="1"/>
          </p:cNvSpPr>
          <p:nvPr>
            <p:ph idx="1"/>
          </p:nvPr>
        </p:nvSpPr>
        <p:spPr/>
        <p:txBody>
          <a:bodyPr/>
          <a:lstStyle/>
          <a:p>
            <a:r>
              <a:rPr lang="en-GB" b="0" i="0" u="none" strike="noStrike" baseline="0">
                <a:solidFill>
                  <a:srgbClr val="000000"/>
                </a:solidFill>
              </a:rPr>
              <a:t>MHRA Initial Approval Letter </a:t>
            </a:r>
            <a:r>
              <a:rPr lang="en-GB" sz="2000" b="0" i="0" u="none" strike="noStrike" baseline="0">
                <a:solidFill>
                  <a:srgbClr val="000000"/>
                </a:solidFill>
              </a:rPr>
              <a:t>(and Amendment if AP)</a:t>
            </a:r>
          </a:p>
          <a:p>
            <a:r>
              <a:rPr lang="en-GB" b="0" i="0" u="none" strike="noStrike" baseline="0">
                <a:solidFill>
                  <a:srgbClr val="000000"/>
                </a:solidFill>
              </a:rPr>
              <a:t>HRA Approval Letter </a:t>
            </a:r>
            <a:r>
              <a:rPr lang="en-GB" sz="2000" b="0" i="0" u="none" strike="noStrike" baseline="0">
                <a:solidFill>
                  <a:srgbClr val="000000"/>
                </a:solidFill>
              </a:rPr>
              <a:t>(and Amendment if AP)</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t>REC Initial Approval (Favourable Opinion) </a:t>
            </a:r>
            <a:r>
              <a:rPr kumimoji="0" lang="en-GB" sz="2800" b="0" i="0" u="none" strike="noStrike" kern="1200" cap="none" spc="0" normalizeH="0" baseline="0" noProof="0">
                <a:ln>
                  <a:noFill/>
                </a:ln>
                <a:solidFill>
                  <a:srgbClr val="000000"/>
                </a:solidFill>
                <a:effectLst/>
                <a:uLnTx/>
                <a:uFillTx/>
                <a:latin typeface="Calibri" panose="020F0502020204030204"/>
                <a:ea typeface="+mn-ea"/>
                <a:cs typeface="+mn-cs"/>
              </a:rPr>
              <a:t>Letter </a:t>
            </a:r>
            <a:r>
              <a:rPr kumimoji="0" lang="en-GB" sz="2000" b="0" i="0" u="none" strike="noStrike" kern="1200" cap="none" spc="0" normalizeH="0" baseline="0" noProof="0">
                <a:ln>
                  <a:noFill/>
                </a:ln>
                <a:solidFill>
                  <a:srgbClr val="000000"/>
                </a:solidFill>
                <a:effectLst/>
                <a:uLnTx/>
                <a:uFillTx/>
                <a:latin typeface="Calibri" panose="020F0502020204030204"/>
                <a:ea typeface="+mn-ea"/>
                <a:cs typeface="+mn-cs"/>
              </a:rPr>
              <a:t>(and Amendment if AP)</a:t>
            </a:r>
            <a:endParaRPr kumimoji="0" lang="en-GB" sz="2800" b="0" i="0" u="none" strike="noStrike" kern="1200" cap="none" spc="0" normalizeH="0" baseline="0" noProof="0">
              <a:ln>
                <a:noFill/>
              </a:ln>
              <a:solidFill>
                <a:srgbClr val="000000"/>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solidFill>
                  <a:srgbClr val="000000"/>
                </a:solidFill>
                <a:latin typeface="Calibri" panose="020F0502020204030204"/>
              </a:rPr>
              <a:t>R&amp;D C&amp;C Confirmation Letter </a:t>
            </a:r>
            <a:r>
              <a:rPr lang="en-GB" sz="2000">
                <a:solidFill>
                  <a:srgbClr val="000000"/>
                </a:solidFill>
                <a:latin typeface="Calibri" panose="020F0502020204030204"/>
              </a:rPr>
              <a:t>(NHS site)</a:t>
            </a:r>
            <a:endParaRPr kumimoji="0" lang="en-GB" sz="2000" b="0" i="0" u="none" strike="noStrike" kern="1200" cap="none" spc="0" normalizeH="0" baseline="0" noProof="0">
              <a:ln>
                <a:noFill/>
              </a:ln>
              <a:solidFill>
                <a:srgbClr val="000000"/>
              </a:solidFill>
              <a:effectLst/>
              <a:uLnTx/>
              <a:uFillTx/>
              <a:latin typeface="Calibri" panose="020F0502020204030204"/>
              <a:ea typeface="+mn-ea"/>
              <a:cs typeface="+mn-cs"/>
            </a:endParaRPr>
          </a:p>
          <a:p>
            <a:pPr marL="0" indent="0">
              <a:buNone/>
            </a:pPr>
            <a:endParaRPr lang="en-GB"/>
          </a:p>
          <a:p>
            <a:pPr marL="0" indent="0">
              <a:buNone/>
            </a:pPr>
            <a:endParaRPr lang="en-GB"/>
          </a:p>
          <a:p>
            <a:pPr marL="0" indent="0">
              <a:buNone/>
            </a:pPr>
            <a:r>
              <a:rPr lang="en-GB">
                <a:highlight>
                  <a:srgbClr val="00FF00"/>
                </a:highlight>
              </a:rPr>
              <a:t>(Regulatory Documents, filed in ISF (Investigator’s Site File)</a:t>
            </a:r>
          </a:p>
        </p:txBody>
      </p:sp>
      <p:sp>
        <p:nvSpPr>
          <p:cNvPr id="4" name="Arrow: Up 3">
            <a:extLst>
              <a:ext uri="{FF2B5EF4-FFF2-40B4-BE49-F238E27FC236}">
                <a16:creationId xmlns:a16="http://schemas.microsoft.com/office/drawing/2014/main" id="{0BEEBDF0-663D-B8D7-4E67-71D2954E2AA8}"/>
              </a:ext>
            </a:extLst>
          </p:cNvPr>
          <p:cNvSpPr/>
          <p:nvPr/>
        </p:nvSpPr>
        <p:spPr>
          <a:xfrm flipH="1">
            <a:off x="4857416" y="4001294"/>
            <a:ext cx="584596" cy="75460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E19B6AC6-27AC-7652-B3E1-07932BBE6453}"/>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123614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5BFC-0879-C9E1-BEF3-C3C501BB35DC}"/>
              </a:ext>
            </a:extLst>
          </p:cNvPr>
          <p:cNvSpPr>
            <a:spLocks noGrp="1"/>
          </p:cNvSpPr>
          <p:nvPr>
            <p:ph type="title"/>
          </p:nvPr>
        </p:nvSpPr>
        <p:spPr/>
        <p:txBody>
          <a:bodyPr/>
          <a:lstStyle/>
          <a:p>
            <a:r>
              <a:rPr lang="en-GB" b="1"/>
              <a:t>Choosing &amp; Conducting Clinical Trial in a site</a:t>
            </a:r>
          </a:p>
        </p:txBody>
      </p:sp>
      <p:sp>
        <p:nvSpPr>
          <p:cNvPr id="3" name="Content Placeholder 2">
            <a:extLst>
              <a:ext uri="{FF2B5EF4-FFF2-40B4-BE49-F238E27FC236}">
                <a16:creationId xmlns:a16="http://schemas.microsoft.com/office/drawing/2014/main" id="{41DFAF08-57CB-9BCD-1045-25C25D609B0F}"/>
              </a:ext>
            </a:extLst>
          </p:cNvPr>
          <p:cNvSpPr>
            <a:spLocks noGrp="1"/>
          </p:cNvSpPr>
          <p:nvPr>
            <p:ph idx="1"/>
          </p:nvPr>
        </p:nvSpPr>
        <p:spPr/>
        <p:txBody>
          <a:bodyPr/>
          <a:lstStyle/>
          <a:p>
            <a:r>
              <a:rPr lang="en-GB" sz="3600"/>
              <a:t>Feasibility Questionnaire</a:t>
            </a:r>
          </a:p>
          <a:p>
            <a:r>
              <a:rPr lang="en-GB" sz="3600"/>
              <a:t>Site Selection Visit (SSV)</a:t>
            </a:r>
          </a:p>
          <a:p>
            <a:r>
              <a:rPr lang="en-GB" sz="3600"/>
              <a:t>Site Initiation Visit (SIV) and Activation </a:t>
            </a:r>
          </a:p>
          <a:p>
            <a:r>
              <a:rPr lang="en-GB" sz="3600"/>
              <a:t>Routine or Interim Monitoring Visit (RMV or IMV)</a:t>
            </a:r>
          </a:p>
          <a:p>
            <a:r>
              <a:rPr lang="en-GB" sz="3600"/>
              <a:t>Close-out Visit (COV)</a:t>
            </a:r>
          </a:p>
          <a:p>
            <a:endParaRPr lang="en-GB"/>
          </a:p>
        </p:txBody>
      </p:sp>
      <p:pic>
        <p:nvPicPr>
          <p:cNvPr id="4" name="Picture 3">
            <a:extLst>
              <a:ext uri="{FF2B5EF4-FFF2-40B4-BE49-F238E27FC236}">
                <a16:creationId xmlns:a16="http://schemas.microsoft.com/office/drawing/2014/main" id="{A79B6BA7-5454-5F53-3EA8-58CFB17298C6}"/>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424549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D1F1-E207-D704-23D1-9EFBD3878154}"/>
              </a:ext>
            </a:extLst>
          </p:cNvPr>
          <p:cNvSpPr>
            <a:spLocks noGrp="1"/>
          </p:cNvSpPr>
          <p:nvPr>
            <p:ph type="title"/>
          </p:nvPr>
        </p:nvSpPr>
        <p:spPr/>
        <p:txBody>
          <a:bodyPr/>
          <a:lstStyle/>
          <a:p>
            <a:pPr marL="228600" marR="0" lvl="0" indent="-228600" algn="ctr" defTabSz="914400" rtl="0" eaLnBrk="1" fontAlgn="auto" latinLnBrk="0" hangingPunct="1">
              <a:lnSpc>
                <a:spcPct val="90000"/>
              </a:lnSpc>
              <a:spcBef>
                <a:spcPts val="1000"/>
              </a:spcBef>
              <a:spcAft>
                <a:spcPts val="0"/>
              </a:spcAft>
              <a:tabLst/>
              <a:defRPr/>
            </a:pPr>
            <a:r>
              <a:rPr kumimoji="0" lang="en-GB" sz="4000" b="1" i="0" u="none" strike="noStrike" kern="1200" cap="none" spc="0" normalizeH="0" baseline="0" noProof="0">
                <a:ln>
                  <a:noFill/>
                </a:ln>
                <a:solidFill>
                  <a:prstClr val="black"/>
                </a:solidFill>
                <a:effectLst/>
                <a:uLnTx/>
                <a:uFillTx/>
                <a:latin typeface="+mn-lt"/>
                <a:ea typeface="+mn-ea"/>
                <a:cs typeface="+mn-cs"/>
              </a:rPr>
              <a:t>Feasibility Questionnaire</a:t>
            </a:r>
            <a:br>
              <a:rPr kumimoji="0" lang="en-GB" sz="3600" b="0" i="0" u="none" strike="noStrike" kern="1200" cap="none" spc="0" normalizeH="0" baseline="0" noProof="0">
                <a:ln>
                  <a:noFill/>
                </a:ln>
                <a:solidFill>
                  <a:prstClr val="black"/>
                </a:solidFill>
                <a:effectLst/>
                <a:uLnTx/>
                <a:uFillTx/>
                <a:latin typeface="Calibri" panose="020F0502020204030204"/>
                <a:ea typeface="+mn-ea"/>
                <a:cs typeface="+mn-cs"/>
              </a:rPr>
            </a:br>
            <a:endParaRPr lang="en-GB"/>
          </a:p>
        </p:txBody>
      </p:sp>
      <p:sp>
        <p:nvSpPr>
          <p:cNvPr id="3" name="Content Placeholder 2">
            <a:extLst>
              <a:ext uri="{FF2B5EF4-FFF2-40B4-BE49-F238E27FC236}">
                <a16:creationId xmlns:a16="http://schemas.microsoft.com/office/drawing/2014/main" id="{0FBDFED2-63D0-0538-C9A4-3F800753670D}"/>
              </a:ext>
            </a:extLst>
          </p:cNvPr>
          <p:cNvSpPr>
            <a:spLocks noGrp="1"/>
          </p:cNvSpPr>
          <p:nvPr>
            <p:ph idx="1"/>
          </p:nvPr>
        </p:nvSpPr>
        <p:spPr/>
        <p:txBody>
          <a:bodyPr>
            <a:normAutofit/>
          </a:bodyPr>
          <a:lstStyle/>
          <a:p>
            <a:r>
              <a:rPr lang="en-GB" sz="3600"/>
              <a:t>Sent to site to complete</a:t>
            </a:r>
          </a:p>
          <a:p>
            <a:r>
              <a:rPr lang="en-GB" sz="3600"/>
              <a:t>CDA (confidentiality disclosure agreement)</a:t>
            </a:r>
          </a:p>
          <a:p>
            <a:r>
              <a:rPr lang="en-GB" sz="3600"/>
              <a:t>Protocol Synopsis  </a:t>
            </a:r>
          </a:p>
          <a:p>
            <a:r>
              <a:rPr lang="en-GB" sz="3600"/>
              <a:t>To Understand if site have capacity to perform trial</a:t>
            </a:r>
          </a:p>
          <a:p>
            <a:r>
              <a:rPr lang="en-GB" sz="3600"/>
              <a:t>Assessed by Study team </a:t>
            </a:r>
          </a:p>
          <a:p>
            <a:r>
              <a:rPr lang="en-GB" sz="3600"/>
              <a:t>Proceed to SSV if approved </a:t>
            </a:r>
          </a:p>
        </p:txBody>
      </p:sp>
      <p:pic>
        <p:nvPicPr>
          <p:cNvPr id="4" name="Picture 3">
            <a:extLst>
              <a:ext uri="{FF2B5EF4-FFF2-40B4-BE49-F238E27FC236}">
                <a16:creationId xmlns:a16="http://schemas.microsoft.com/office/drawing/2014/main" id="{40A0CA2E-268B-E1D3-DB55-A3F6336BAF37}"/>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767501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5C9F-3B6C-AC26-131B-D491B16366D6}"/>
              </a:ext>
            </a:extLst>
          </p:cNvPr>
          <p:cNvSpPr>
            <a:spLocks noGrp="1"/>
          </p:cNvSpPr>
          <p:nvPr>
            <p:ph type="title"/>
          </p:nvPr>
        </p:nvSpPr>
        <p:spPr/>
        <p:txBody>
          <a:bodyPr/>
          <a:lstStyle/>
          <a:p>
            <a:pPr algn="ctr"/>
            <a:r>
              <a:rPr lang="en-GB" sz="4400" b="1"/>
              <a:t>Site Selection Visit (SSV)</a:t>
            </a:r>
            <a:br>
              <a:rPr lang="en-GB" sz="4400"/>
            </a:br>
            <a:endParaRPr lang="en-GB"/>
          </a:p>
        </p:txBody>
      </p:sp>
      <p:sp>
        <p:nvSpPr>
          <p:cNvPr id="3" name="Content Placeholder 2">
            <a:extLst>
              <a:ext uri="{FF2B5EF4-FFF2-40B4-BE49-F238E27FC236}">
                <a16:creationId xmlns:a16="http://schemas.microsoft.com/office/drawing/2014/main" id="{AA7C983B-C8F3-7DA5-77EC-7A5C07B0A7F4}"/>
              </a:ext>
            </a:extLst>
          </p:cNvPr>
          <p:cNvSpPr>
            <a:spLocks noGrp="1"/>
          </p:cNvSpPr>
          <p:nvPr>
            <p:ph idx="1"/>
          </p:nvPr>
        </p:nvSpPr>
        <p:spPr/>
        <p:txBody>
          <a:bodyPr/>
          <a:lstStyle/>
          <a:p>
            <a:r>
              <a:rPr lang="en-GB"/>
              <a:t>Introduce the study to site personnel </a:t>
            </a:r>
          </a:p>
          <a:p>
            <a:r>
              <a:rPr lang="en-GB"/>
              <a:t>To confirm that site has adequate resources to conduct trial</a:t>
            </a:r>
          </a:p>
          <a:p>
            <a:r>
              <a:rPr lang="en-GB"/>
              <a:t>Facility tour</a:t>
            </a:r>
          </a:p>
          <a:p>
            <a:r>
              <a:rPr lang="en-GB"/>
              <a:t>Collect PI and Sub-I CVs and GCP</a:t>
            </a:r>
          </a:p>
          <a:p>
            <a:r>
              <a:rPr lang="en-GB"/>
              <a:t>Understand patient recruitment numbers </a:t>
            </a:r>
          </a:p>
          <a:p>
            <a:r>
              <a:rPr lang="en-GB"/>
              <a:t>Confirm Staff experience </a:t>
            </a:r>
          </a:p>
          <a:p>
            <a:r>
              <a:rPr lang="en-GB"/>
              <a:t>Write SSV report within 15 working days </a:t>
            </a:r>
          </a:p>
        </p:txBody>
      </p:sp>
      <p:pic>
        <p:nvPicPr>
          <p:cNvPr id="4" name="Picture 3">
            <a:extLst>
              <a:ext uri="{FF2B5EF4-FFF2-40B4-BE49-F238E27FC236}">
                <a16:creationId xmlns:a16="http://schemas.microsoft.com/office/drawing/2014/main" id="{1A319ABD-0500-49B4-0E79-EC7FEFD96C67}"/>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1577244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CACD5-86DF-B886-A8CD-4D528FEB67EC}"/>
              </a:ext>
            </a:extLst>
          </p:cNvPr>
          <p:cNvSpPr>
            <a:spLocks noGrp="1"/>
          </p:cNvSpPr>
          <p:nvPr>
            <p:ph type="title"/>
          </p:nvPr>
        </p:nvSpPr>
        <p:spPr/>
        <p:txBody>
          <a:bodyPr/>
          <a:lstStyle/>
          <a:p>
            <a:pPr algn="ctr"/>
            <a:r>
              <a:rPr lang="en-GB" b="1"/>
              <a:t>Site Initiation Visit (SIV) </a:t>
            </a:r>
          </a:p>
        </p:txBody>
      </p:sp>
      <p:sp>
        <p:nvSpPr>
          <p:cNvPr id="3" name="Content Placeholder 2">
            <a:extLst>
              <a:ext uri="{FF2B5EF4-FFF2-40B4-BE49-F238E27FC236}">
                <a16:creationId xmlns:a16="http://schemas.microsoft.com/office/drawing/2014/main" id="{570096B3-11BF-D656-73DC-08D8AE63969F}"/>
              </a:ext>
            </a:extLst>
          </p:cNvPr>
          <p:cNvSpPr>
            <a:spLocks noGrp="1"/>
          </p:cNvSpPr>
          <p:nvPr>
            <p:ph idx="1"/>
          </p:nvPr>
        </p:nvSpPr>
        <p:spPr/>
        <p:txBody>
          <a:bodyPr>
            <a:normAutofit lnSpcReduction="10000"/>
          </a:bodyPr>
          <a:lstStyle/>
          <a:p>
            <a:r>
              <a:rPr lang="en-GB"/>
              <a:t>Before visit, Collect staff CVs, GCPs, access to EDCs and all </a:t>
            </a:r>
            <a:r>
              <a:rPr lang="en-GB" err="1"/>
              <a:t>plaforms</a:t>
            </a:r>
            <a:r>
              <a:rPr lang="en-GB"/>
              <a:t>, Clinical Trial Agreement.</a:t>
            </a:r>
          </a:p>
          <a:p>
            <a:r>
              <a:rPr lang="en-GB"/>
              <a:t>Train the study team on Protocol, IB, Pharmacy manual </a:t>
            </a:r>
          </a:p>
          <a:p>
            <a:r>
              <a:rPr lang="en-GB"/>
              <a:t>Study procedure </a:t>
            </a:r>
          </a:p>
          <a:p>
            <a:r>
              <a:rPr lang="en-GB"/>
              <a:t>Laboratory</a:t>
            </a:r>
          </a:p>
          <a:p>
            <a:r>
              <a:rPr lang="en-GB"/>
              <a:t>Pharmacy</a:t>
            </a:r>
          </a:p>
          <a:p>
            <a:r>
              <a:rPr lang="en-GB"/>
              <a:t>Informed consenting procedure</a:t>
            </a:r>
          </a:p>
          <a:p>
            <a:r>
              <a:rPr lang="en-GB"/>
              <a:t>Collect all outstanding documents</a:t>
            </a:r>
          </a:p>
          <a:p>
            <a:r>
              <a:rPr lang="en-GB"/>
              <a:t>Finalise report within 10 working days</a:t>
            </a:r>
          </a:p>
          <a:p>
            <a:endParaRPr lang="en-GB"/>
          </a:p>
        </p:txBody>
      </p:sp>
      <p:pic>
        <p:nvPicPr>
          <p:cNvPr id="4" name="Picture 3">
            <a:extLst>
              <a:ext uri="{FF2B5EF4-FFF2-40B4-BE49-F238E27FC236}">
                <a16:creationId xmlns:a16="http://schemas.microsoft.com/office/drawing/2014/main" id="{C2D983E3-23F5-26D0-C9F2-708ABC4CC6A9}"/>
              </a:ext>
            </a:extLst>
          </p:cNvPr>
          <p:cNvPicPr>
            <a:picLocks noChangeAspect="1"/>
          </p:cNvPicPr>
          <p:nvPr/>
        </p:nvPicPr>
        <p:blipFill>
          <a:blip r:embed="rId2"/>
          <a:stretch>
            <a:fillRect/>
          </a:stretch>
        </p:blipFill>
        <p:spPr>
          <a:xfrm>
            <a:off x="9922184" y="5741874"/>
            <a:ext cx="2298391" cy="1140051"/>
          </a:xfrm>
          <a:prstGeom prst="rect">
            <a:avLst/>
          </a:prstGeom>
        </p:spPr>
      </p:pic>
    </p:spTree>
    <p:extLst>
      <p:ext uri="{BB962C8B-B14F-4D97-AF65-F5344CB8AC3E}">
        <p14:creationId xmlns:p14="http://schemas.microsoft.com/office/powerpoint/2010/main" val="2107118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3E01C-C0E6-7073-72DA-2B2BE453969B}"/>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GB" sz="3600" b="1" i="0" u="none" strike="noStrike" kern="1200" cap="none" spc="0" normalizeH="0" baseline="0" noProof="0">
                <a:ln>
                  <a:noFill/>
                </a:ln>
                <a:solidFill>
                  <a:prstClr val="black"/>
                </a:solidFill>
                <a:effectLst/>
                <a:uLnTx/>
                <a:uFillTx/>
                <a:latin typeface="Calibri" panose="020F0502020204030204"/>
                <a:ea typeface="+mn-ea"/>
                <a:cs typeface="+mn-cs"/>
              </a:rPr>
              <a:t>Routine or Interim Monitoring Visit (RMV or IMV)</a:t>
            </a:r>
            <a:br>
              <a:rPr kumimoji="0" lang="en-GB" sz="3600" b="0" i="0" u="none" strike="noStrike" kern="1200" cap="none" spc="0" normalizeH="0" baseline="0" noProof="0">
                <a:ln>
                  <a:noFill/>
                </a:ln>
                <a:solidFill>
                  <a:prstClr val="black"/>
                </a:solidFill>
                <a:effectLst/>
                <a:uLnTx/>
                <a:uFillTx/>
                <a:latin typeface="Calibri" panose="020F0502020204030204"/>
                <a:ea typeface="+mn-ea"/>
                <a:cs typeface="+mn-cs"/>
              </a:rPr>
            </a:br>
            <a:endParaRPr lang="en-GB"/>
          </a:p>
        </p:txBody>
      </p:sp>
      <p:sp>
        <p:nvSpPr>
          <p:cNvPr id="3" name="Content Placeholder 2">
            <a:extLst>
              <a:ext uri="{FF2B5EF4-FFF2-40B4-BE49-F238E27FC236}">
                <a16:creationId xmlns:a16="http://schemas.microsoft.com/office/drawing/2014/main" id="{E24C9FB7-8563-7C60-05CF-2180109359DD}"/>
              </a:ext>
            </a:extLst>
          </p:cNvPr>
          <p:cNvSpPr>
            <a:spLocks noGrp="1"/>
          </p:cNvSpPr>
          <p:nvPr>
            <p:ph idx="1"/>
          </p:nvPr>
        </p:nvSpPr>
        <p:spPr/>
        <p:txBody>
          <a:bodyPr>
            <a:normAutofit fontScale="85000" lnSpcReduction="20000"/>
          </a:bodyPr>
          <a:lstStyle/>
          <a:p>
            <a:r>
              <a:rPr lang="en-GB"/>
              <a:t>Agreed with site ahead of time and official confirmation Letter sent.</a:t>
            </a:r>
          </a:p>
          <a:p>
            <a:r>
              <a:rPr lang="en-GB"/>
              <a:t>Perform Source Data Verification (SDV)/Source Document Review (SDR)</a:t>
            </a:r>
          </a:p>
          <a:p>
            <a:r>
              <a:rPr lang="en-GB"/>
              <a:t>Confirm Trial is carried out as per Protocol and GCP</a:t>
            </a:r>
          </a:p>
          <a:p>
            <a:r>
              <a:rPr lang="en-GB"/>
              <a:t>Report AE and SAE logs</a:t>
            </a:r>
          </a:p>
          <a:p>
            <a:r>
              <a:rPr lang="en-GB"/>
              <a:t>Review ISF</a:t>
            </a:r>
          </a:p>
          <a:p>
            <a:r>
              <a:rPr lang="en-GB"/>
              <a:t>Report Protocol Deviation (PD) and Noncompliance (NC) logs</a:t>
            </a:r>
          </a:p>
          <a:p>
            <a:r>
              <a:rPr lang="en-GB"/>
              <a:t>Perform IP accountability and reconciliation </a:t>
            </a:r>
          </a:p>
          <a:p>
            <a:r>
              <a:rPr lang="en-GB"/>
              <a:t>Review Lab Kits and expiration </a:t>
            </a:r>
          </a:p>
          <a:p>
            <a:r>
              <a:rPr lang="en-GB"/>
              <a:t>Discuss findings with the PI and study team</a:t>
            </a:r>
          </a:p>
          <a:p>
            <a:r>
              <a:rPr lang="en-GB"/>
              <a:t>Write report within 10 working days</a:t>
            </a:r>
          </a:p>
          <a:p>
            <a:r>
              <a:rPr lang="en-GB"/>
              <a:t>Send follow up letter to site.</a:t>
            </a:r>
          </a:p>
        </p:txBody>
      </p:sp>
      <p:pic>
        <p:nvPicPr>
          <p:cNvPr id="4" name="Picture 3">
            <a:extLst>
              <a:ext uri="{FF2B5EF4-FFF2-40B4-BE49-F238E27FC236}">
                <a16:creationId xmlns:a16="http://schemas.microsoft.com/office/drawing/2014/main" id="{98A1CBFB-2BD6-CC52-AA86-46A78BC9EF9A}"/>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1498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AA54-C59B-311C-853F-2ACAE09FCFAF}"/>
              </a:ext>
            </a:extLst>
          </p:cNvPr>
          <p:cNvSpPr>
            <a:spLocks noGrp="1"/>
          </p:cNvSpPr>
          <p:nvPr>
            <p:ph type="title"/>
          </p:nvPr>
        </p:nvSpPr>
        <p:spPr/>
        <p:txBody>
          <a:bodyPr/>
          <a:lstStyle/>
          <a:p>
            <a:pPr algn="ctr"/>
            <a:r>
              <a:rPr lang="en-GB" b="1"/>
              <a:t>Close-out Visit (COV)</a:t>
            </a:r>
          </a:p>
        </p:txBody>
      </p:sp>
      <p:sp>
        <p:nvSpPr>
          <p:cNvPr id="3" name="Content Placeholder 2">
            <a:extLst>
              <a:ext uri="{FF2B5EF4-FFF2-40B4-BE49-F238E27FC236}">
                <a16:creationId xmlns:a16="http://schemas.microsoft.com/office/drawing/2014/main" id="{9C94F522-C523-10DC-C7BC-C23833B7B910}"/>
              </a:ext>
            </a:extLst>
          </p:cNvPr>
          <p:cNvSpPr>
            <a:spLocks noGrp="1"/>
          </p:cNvSpPr>
          <p:nvPr>
            <p:ph idx="1"/>
          </p:nvPr>
        </p:nvSpPr>
        <p:spPr/>
        <p:txBody>
          <a:bodyPr>
            <a:normAutofit lnSpcReduction="10000"/>
          </a:bodyPr>
          <a:lstStyle/>
          <a:p>
            <a:r>
              <a:rPr lang="en-GB"/>
              <a:t>Agreed a head of time and official confirmation letter sent</a:t>
            </a:r>
          </a:p>
          <a:p>
            <a:r>
              <a:rPr lang="en-GB"/>
              <a:t>Opposite of Site Initiation Visit (SIV)</a:t>
            </a:r>
          </a:p>
          <a:p>
            <a:r>
              <a:rPr lang="en-GB"/>
              <a:t>Final Reconciliation of IMP, Lab kits and </a:t>
            </a:r>
            <a:r>
              <a:rPr lang="en-GB" err="1"/>
              <a:t>equipments</a:t>
            </a:r>
            <a:r>
              <a:rPr lang="en-GB"/>
              <a:t>/devices </a:t>
            </a:r>
          </a:p>
          <a:p>
            <a:r>
              <a:rPr lang="en-GB"/>
              <a:t>Pay all outstanding payments </a:t>
            </a:r>
          </a:p>
          <a:p>
            <a:r>
              <a:rPr lang="en-GB"/>
              <a:t>Review ISF</a:t>
            </a:r>
          </a:p>
          <a:p>
            <a:r>
              <a:rPr lang="en-GB"/>
              <a:t>Sign and collect all logs; Site visit, Delegation and Training logs</a:t>
            </a:r>
          </a:p>
          <a:p>
            <a:r>
              <a:rPr lang="en-GB"/>
              <a:t>Shutdown the activities of all vendors</a:t>
            </a:r>
          </a:p>
          <a:p>
            <a:r>
              <a:rPr lang="en-GB"/>
              <a:t>Close all open Action Items and Queries </a:t>
            </a:r>
          </a:p>
          <a:p>
            <a:r>
              <a:rPr lang="en-GB"/>
              <a:t>Meeting with study team and discuss archiving requirement </a:t>
            </a:r>
          </a:p>
        </p:txBody>
      </p:sp>
      <p:pic>
        <p:nvPicPr>
          <p:cNvPr id="4" name="Picture 3">
            <a:extLst>
              <a:ext uri="{FF2B5EF4-FFF2-40B4-BE49-F238E27FC236}">
                <a16:creationId xmlns:a16="http://schemas.microsoft.com/office/drawing/2014/main" id="{47D0D859-BE63-AB87-82FC-79C717D6F9BD}"/>
              </a:ext>
            </a:extLst>
          </p:cNvPr>
          <p:cNvPicPr>
            <a:picLocks noChangeAspect="1"/>
          </p:cNvPicPr>
          <p:nvPr/>
        </p:nvPicPr>
        <p:blipFill>
          <a:blip r:embed="rId2"/>
          <a:stretch>
            <a:fillRect/>
          </a:stretch>
        </p:blipFill>
        <p:spPr>
          <a:xfrm>
            <a:off x="9884084" y="5717949"/>
            <a:ext cx="2298391" cy="1140051"/>
          </a:xfrm>
          <a:prstGeom prst="rect">
            <a:avLst/>
          </a:prstGeom>
        </p:spPr>
      </p:pic>
    </p:spTree>
    <p:extLst>
      <p:ext uri="{BB962C8B-B14F-4D97-AF65-F5344CB8AC3E}">
        <p14:creationId xmlns:p14="http://schemas.microsoft.com/office/powerpoint/2010/main" val="2246862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E615-B5A2-4225-2AD7-53B02A23AAB6}"/>
              </a:ext>
            </a:extLst>
          </p:cNvPr>
          <p:cNvSpPr>
            <a:spLocks noGrp="1"/>
          </p:cNvSpPr>
          <p:nvPr>
            <p:ph type="title"/>
          </p:nvPr>
        </p:nvSpPr>
        <p:spPr/>
        <p:txBody>
          <a:bodyPr/>
          <a:lstStyle/>
          <a:p>
            <a:r>
              <a:rPr lang="en-GB" b="1"/>
              <a:t>Key Documents in Trial Filed in ISF and eTMF</a:t>
            </a:r>
          </a:p>
        </p:txBody>
      </p:sp>
      <p:sp>
        <p:nvSpPr>
          <p:cNvPr id="3" name="Content Placeholder 2">
            <a:extLst>
              <a:ext uri="{FF2B5EF4-FFF2-40B4-BE49-F238E27FC236}">
                <a16:creationId xmlns:a16="http://schemas.microsoft.com/office/drawing/2014/main" id="{0C1946F3-218B-44F4-2038-3F520F25DE79}"/>
              </a:ext>
            </a:extLst>
          </p:cNvPr>
          <p:cNvSpPr>
            <a:spLocks noGrp="1"/>
          </p:cNvSpPr>
          <p:nvPr>
            <p:ph idx="1"/>
          </p:nvPr>
        </p:nvSpPr>
        <p:spPr/>
        <p:txBody>
          <a:bodyPr>
            <a:normAutofit fontScale="92500" lnSpcReduction="20000"/>
          </a:bodyPr>
          <a:lstStyle/>
          <a:p>
            <a:r>
              <a:rPr lang="en-GB"/>
              <a:t>Regulatory Documents (Refer to Slide 4)</a:t>
            </a:r>
          </a:p>
          <a:p>
            <a:r>
              <a:rPr lang="en-GB"/>
              <a:t>Protocol</a:t>
            </a:r>
          </a:p>
          <a:p>
            <a:r>
              <a:rPr lang="en-GB"/>
              <a:t>Investigators Brochure</a:t>
            </a:r>
          </a:p>
          <a:p>
            <a:r>
              <a:rPr lang="en-GB"/>
              <a:t>Informed Consent and Patient Information Sheet</a:t>
            </a:r>
          </a:p>
          <a:p>
            <a:r>
              <a:rPr lang="en-GB"/>
              <a:t>Delegation Log</a:t>
            </a:r>
          </a:p>
          <a:p>
            <a:r>
              <a:rPr lang="en-GB"/>
              <a:t>Training Log</a:t>
            </a:r>
          </a:p>
          <a:p>
            <a:r>
              <a:rPr lang="en-GB"/>
              <a:t>Site Visit log</a:t>
            </a:r>
          </a:p>
          <a:p>
            <a:r>
              <a:rPr lang="en-GB"/>
              <a:t>FDA1572/SIF</a:t>
            </a:r>
          </a:p>
          <a:p>
            <a:r>
              <a:rPr lang="en-GB"/>
              <a:t>Staff CVs and GCP Certificates</a:t>
            </a:r>
          </a:p>
          <a:p>
            <a:r>
              <a:rPr lang="en-GB"/>
              <a:t>Others</a:t>
            </a:r>
          </a:p>
        </p:txBody>
      </p:sp>
      <p:pic>
        <p:nvPicPr>
          <p:cNvPr id="4" name="Picture 3">
            <a:extLst>
              <a:ext uri="{FF2B5EF4-FFF2-40B4-BE49-F238E27FC236}">
                <a16:creationId xmlns:a16="http://schemas.microsoft.com/office/drawing/2014/main" id="{B67B89F8-1695-C4A8-34B7-22E5E8D3939D}"/>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12189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2C92-2565-D5B3-4665-487D6FDE2715}"/>
              </a:ext>
            </a:extLst>
          </p:cNvPr>
          <p:cNvSpPr>
            <a:spLocks noGrp="1"/>
          </p:cNvSpPr>
          <p:nvPr>
            <p:ph type="title"/>
          </p:nvPr>
        </p:nvSpPr>
        <p:spPr>
          <a:xfrm>
            <a:off x="838200" y="365126"/>
            <a:ext cx="10515600" cy="1010914"/>
          </a:xfrm>
        </p:spPr>
        <p:txBody>
          <a:bodyPr/>
          <a:lstStyle/>
          <a:p>
            <a:pPr algn="ctr"/>
            <a:r>
              <a:rPr lang="en-GB" b="1"/>
              <a:t>Protocol</a:t>
            </a:r>
          </a:p>
        </p:txBody>
      </p:sp>
      <p:sp>
        <p:nvSpPr>
          <p:cNvPr id="3" name="Content Placeholder 2">
            <a:extLst>
              <a:ext uri="{FF2B5EF4-FFF2-40B4-BE49-F238E27FC236}">
                <a16:creationId xmlns:a16="http://schemas.microsoft.com/office/drawing/2014/main" id="{5D0AD3CD-F73F-813E-9F3F-0B42BEA31B4A}"/>
              </a:ext>
            </a:extLst>
          </p:cNvPr>
          <p:cNvSpPr>
            <a:spLocks noGrp="1"/>
          </p:cNvSpPr>
          <p:nvPr>
            <p:ph idx="1"/>
          </p:nvPr>
        </p:nvSpPr>
        <p:spPr>
          <a:xfrm>
            <a:off x="824144" y="1253331"/>
            <a:ext cx="10515600" cy="4351338"/>
          </a:xfrm>
        </p:spPr>
        <p:txBody>
          <a:bodyPr>
            <a:normAutofit fontScale="25000" lnSpcReduction="20000"/>
          </a:bodyPr>
          <a:lstStyle/>
          <a:p>
            <a:r>
              <a:rPr lang="en-GB" sz="11200"/>
              <a:t>Manual for the Trial</a:t>
            </a:r>
          </a:p>
          <a:p>
            <a:r>
              <a:rPr lang="en-GB" sz="11200"/>
              <a:t>Provided by the Sponsor</a:t>
            </a:r>
          </a:p>
          <a:p>
            <a:r>
              <a:rPr lang="en-GB" sz="11200"/>
              <a:t>Can be amended by submissions to Regulatory Authorities (RA)</a:t>
            </a:r>
          </a:p>
          <a:p>
            <a:r>
              <a:rPr lang="en-GB" sz="11200"/>
              <a:t>Protocol Deviation can happen. </a:t>
            </a:r>
          </a:p>
          <a:p>
            <a:r>
              <a:rPr lang="en-GB" sz="11200"/>
              <a:t>Made up of different sections</a:t>
            </a:r>
          </a:p>
          <a:p>
            <a:r>
              <a:rPr lang="en-GB" sz="11200"/>
              <a:t>Protocol Signature Page (PSP) must be signed by PI b4 trial start</a:t>
            </a:r>
          </a:p>
          <a:p>
            <a:r>
              <a:rPr lang="en-GB" sz="11200"/>
              <a:t>Synopsis or Summary</a:t>
            </a:r>
          </a:p>
          <a:p>
            <a:r>
              <a:rPr lang="en-GB" sz="11200"/>
              <a:t>Study Rationale Section or Background</a:t>
            </a:r>
          </a:p>
          <a:p>
            <a:r>
              <a:rPr lang="en-GB" sz="11200"/>
              <a:t>Objectives and End points</a:t>
            </a:r>
          </a:p>
          <a:p>
            <a:r>
              <a:rPr lang="en-GB" sz="11200"/>
              <a:t>Trial Design and Statistical Analysis</a:t>
            </a:r>
          </a:p>
          <a:p>
            <a:r>
              <a:rPr lang="en-GB" sz="11200"/>
              <a:t>Inclusion and Exclusion Criteria </a:t>
            </a:r>
          </a:p>
          <a:p>
            <a:r>
              <a:rPr lang="en-GB" sz="11200"/>
              <a:t>Schedule of Assessment </a:t>
            </a:r>
          </a:p>
          <a:p>
            <a:r>
              <a:rPr lang="en-GB" sz="11200"/>
              <a:t>Others</a:t>
            </a:r>
          </a:p>
          <a:p>
            <a:endParaRPr lang="en-GB"/>
          </a:p>
        </p:txBody>
      </p:sp>
      <p:pic>
        <p:nvPicPr>
          <p:cNvPr id="4" name="Picture 3">
            <a:extLst>
              <a:ext uri="{FF2B5EF4-FFF2-40B4-BE49-F238E27FC236}">
                <a16:creationId xmlns:a16="http://schemas.microsoft.com/office/drawing/2014/main" id="{42D7861D-E020-61BB-EAD6-11EDB7B4287C}"/>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392771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FB2B-9D3F-677F-5F59-19404C3AD209}"/>
              </a:ext>
            </a:extLst>
          </p:cNvPr>
          <p:cNvSpPr>
            <a:spLocks noGrp="1"/>
          </p:cNvSpPr>
          <p:nvPr>
            <p:ph type="title"/>
          </p:nvPr>
        </p:nvSpPr>
        <p:spPr/>
        <p:txBody>
          <a:bodyPr/>
          <a:lstStyle/>
          <a:p>
            <a:pPr algn="ctr"/>
            <a:r>
              <a:rPr lang="en-GB" b="1"/>
              <a:t>Investigators Brochure</a:t>
            </a:r>
            <a:br>
              <a:rPr lang="en-GB"/>
            </a:br>
            <a:endParaRPr lang="en-GB"/>
          </a:p>
        </p:txBody>
      </p:sp>
      <p:sp>
        <p:nvSpPr>
          <p:cNvPr id="3" name="Content Placeholder 2">
            <a:extLst>
              <a:ext uri="{FF2B5EF4-FFF2-40B4-BE49-F238E27FC236}">
                <a16:creationId xmlns:a16="http://schemas.microsoft.com/office/drawing/2014/main" id="{6C64FA53-F4E9-9377-0790-3EBBD9387473}"/>
              </a:ext>
            </a:extLst>
          </p:cNvPr>
          <p:cNvSpPr>
            <a:spLocks noGrp="1"/>
          </p:cNvSpPr>
          <p:nvPr>
            <p:ph idx="1"/>
          </p:nvPr>
        </p:nvSpPr>
        <p:spPr>
          <a:xfrm>
            <a:off x="838200" y="1276350"/>
            <a:ext cx="10515600" cy="4900613"/>
          </a:xfrm>
        </p:spPr>
        <p:txBody>
          <a:bodyPr>
            <a:normAutofit lnSpcReduction="10000"/>
          </a:bodyPr>
          <a:lstStyle/>
          <a:p>
            <a:pPr>
              <a:buFont typeface="Wingdings" panose="05000000000000000000" pitchFamily="2" charset="2"/>
              <a:buChar char="§"/>
            </a:pPr>
            <a:r>
              <a:rPr lang="en-GB" sz="1800"/>
              <a:t>Summary highlighting the significant physical, chemical, pharmaceutical, pharmacological, toxicological, pharmacokinetic, metabolic, and clinical information available that is relevant to the stage of clinical development of the investigational product.</a:t>
            </a:r>
          </a:p>
          <a:p>
            <a:pPr>
              <a:buFont typeface="Wingdings" panose="05000000000000000000" pitchFamily="2" charset="2"/>
              <a:buChar char="§"/>
            </a:pPr>
            <a:r>
              <a:rPr lang="en-GB" sz="1800">
                <a:effectLst/>
                <a:ea typeface="Calibri" panose="020F0502020204030204" pitchFamily="34" charset="0"/>
                <a:cs typeface="Arial" panose="020B0604020202020204" pitchFamily="34" charset="0"/>
              </a:rPr>
              <a:t>A brief introductory/ Background statement on </a:t>
            </a:r>
            <a:r>
              <a:rPr lang="en-GB" sz="1800">
                <a:effectLst/>
                <a:ea typeface="Calibri" panose="020F0502020204030204" pitchFamily="34" charset="0"/>
                <a:cs typeface="Times New Roman" panose="02020603050405020304" pitchFamily="18" charset="0"/>
              </a:rPr>
              <a:t>Physical, Chemical, and Pharmaceutical Properties and Formulation </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Non-Clinical Studies </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Non-clinical Pharmacology </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Pharmacokinetics and Product Metabolism in Animals </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Toxicology</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Effects in Humans</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Pharmacokinetics and Product Metabolism in Humans </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Safety and Efficacy</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Marketing Experience</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Summary of Data and Guidance for Investigators</a:t>
            </a:r>
          </a:p>
          <a:p>
            <a:pPr>
              <a:buFont typeface="Wingdings" panose="05000000000000000000" pitchFamily="2" charset="2"/>
              <a:buChar char="§"/>
            </a:pPr>
            <a:r>
              <a:rPr lang="en-GB" sz="1800">
                <a:effectLst/>
                <a:ea typeface="Calibri" panose="020F0502020204030204" pitchFamily="34" charset="0"/>
                <a:cs typeface="Times New Roman" panose="02020603050405020304" pitchFamily="18" charset="0"/>
              </a:rPr>
              <a:t>Reference Safety Information for Assessment of Expectedness of Serious Adverse Reactions</a:t>
            </a:r>
          </a:p>
          <a:p>
            <a:pPr>
              <a:buFont typeface="Wingdings" panose="05000000000000000000" pitchFamily="2" charset="2"/>
              <a:buChar char="§"/>
            </a:pPr>
            <a:endParaRPr lang="en-GB"/>
          </a:p>
          <a:p>
            <a:endParaRPr lang="en-GB"/>
          </a:p>
        </p:txBody>
      </p:sp>
      <p:pic>
        <p:nvPicPr>
          <p:cNvPr id="4" name="Picture 3">
            <a:extLst>
              <a:ext uri="{FF2B5EF4-FFF2-40B4-BE49-F238E27FC236}">
                <a16:creationId xmlns:a16="http://schemas.microsoft.com/office/drawing/2014/main" id="{AEB1AB7A-3140-23FC-9382-8FF76E966845}"/>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291567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FEB1-9223-7D65-1767-6F2B06D19AF1}"/>
              </a:ext>
            </a:extLst>
          </p:cNvPr>
          <p:cNvSpPr>
            <a:spLocks noGrp="1"/>
          </p:cNvSpPr>
          <p:nvPr>
            <p:ph type="title"/>
          </p:nvPr>
        </p:nvSpPr>
        <p:spPr/>
        <p:txBody>
          <a:bodyPr>
            <a:normAutofit fontScale="90000"/>
          </a:bodyPr>
          <a:lstStyle/>
          <a:p>
            <a:r>
              <a:rPr lang="en-GB" b="1"/>
              <a:t>Informed Consent and Patient Information Sheet</a:t>
            </a:r>
            <a:br>
              <a:rPr lang="en-GB"/>
            </a:br>
            <a:endParaRPr lang="en-GB"/>
          </a:p>
        </p:txBody>
      </p:sp>
      <p:sp>
        <p:nvSpPr>
          <p:cNvPr id="3" name="Content Placeholder 2">
            <a:extLst>
              <a:ext uri="{FF2B5EF4-FFF2-40B4-BE49-F238E27FC236}">
                <a16:creationId xmlns:a16="http://schemas.microsoft.com/office/drawing/2014/main" id="{4E4AA8D7-0A88-575D-F6CF-AA686525CE79}"/>
              </a:ext>
            </a:extLst>
          </p:cNvPr>
          <p:cNvSpPr>
            <a:spLocks noGrp="1"/>
          </p:cNvSpPr>
          <p:nvPr>
            <p:ph idx="1"/>
          </p:nvPr>
        </p:nvSpPr>
        <p:spPr/>
        <p:txBody>
          <a:bodyPr/>
          <a:lstStyle/>
          <a:p>
            <a:r>
              <a:rPr lang="en-GB"/>
              <a:t>Has two parts</a:t>
            </a:r>
          </a:p>
          <a:p>
            <a:r>
              <a:rPr lang="en-GB"/>
              <a:t>PARTICIPANT INFORMATION SHEET</a:t>
            </a:r>
          </a:p>
          <a:p>
            <a:r>
              <a:rPr lang="en-GB"/>
              <a:t>Informed consent form for signatures</a:t>
            </a:r>
          </a:p>
          <a:p>
            <a:r>
              <a:rPr lang="en-GB"/>
              <a:t>Explains the study in lay man's language</a:t>
            </a:r>
          </a:p>
          <a:p>
            <a:r>
              <a:rPr lang="en-GB"/>
              <a:t>What is the purpose of the study</a:t>
            </a:r>
          </a:p>
          <a:p>
            <a:r>
              <a:rPr lang="en-GB"/>
              <a:t>Explain any procedure involved in the study</a:t>
            </a:r>
          </a:p>
          <a:p>
            <a:r>
              <a:rPr lang="en-GB"/>
              <a:t>Are there any possible disadvantages or risks from taking part</a:t>
            </a:r>
          </a:p>
          <a:p>
            <a:r>
              <a:rPr lang="en-GB"/>
              <a:t>How long the study will last</a:t>
            </a:r>
          </a:p>
        </p:txBody>
      </p:sp>
      <p:pic>
        <p:nvPicPr>
          <p:cNvPr id="4" name="Picture 3">
            <a:extLst>
              <a:ext uri="{FF2B5EF4-FFF2-40B4-BE49-F238E27FC236}">
                <a16:creationId xmlns:a16="http://schemas.microsoft.com/office/drawing/2014/main" id="{96E7E513-9A95-DBD0-8FD2-FB955740F335}"/>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82756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9A37D-794B-5163-2DEA-BD130FA1CBA4}"/>
              </a:ext>
            </a:extLst>
          </p:cNvPr>
          <p:cNvSpPr>
            <a:spLocks noGrp="1"/>
          </p:cNvSpPr>
          <p:nvPr>
            <p:ph type="title"/>
          </p:nvPr>
        </p:nvSpPr>
        <p:spPr/>
        <p:txBody>
          <a:bodyPr/>
          <a:lstStyle/>
          <a:p>
            <a:pPr algn="ctr"/>
            <a:r>
              <a:rPr lang="en-GB" b="1"/>
              <a:t>Inform Consenting Process</a:t>
            </a:r>
          </a:p>
        </p:txBody>
      </p:sp>
      <p:sp>
        <p:nvSpPr>
          <p:cNvPr id="3" name="Content Placeholder 2">
            <a:extLst>
              <a:ext uri="{FF2B5EF4-FFF2-40B4-BE49-F238E27FC236}">
                <a16:creationId xmlns:a16="http://schemas.microsoft.com/office/drawing/2014/main" id="{CC8EBDAB-AEF9-E86F-B6AB-5BB313D8F4BD}"/>
              </a:ext>
            </a:extLst>
          </p:cNvPr>
          <p:cNvSpPr>
            <a:spLocks noGrp="1"/>
          </p:cNvSpPr>
          <p:nvPr>
            <p:ph idx="1"/>
          </p:nvPr>
        </p:nvSpPr>
        <p:spPr>
          <a:xfrm>
            <a:off x="838200" y="1154097"/>
            <a:ext cx="10515600" cy="5022866"/>
          </a:xfrm>
        </p:spPr>
        <p:txBody>
          <a:bodyPr>
            <a:normAutofit fontScale="62500" lnSpcReduction="20000"/>
          </a:bodyPr>
          <a:lstStyle/>
          <a:p>
            <a:endParaRPr lang="en-GB"/>
          </a:p>
          <a:p>
            <a:r>
              <a:rPr lang="en-GB" sz="3800"/>
              <a:t>Discussed, explained and reviewed the consent form/assent with subject.</a:t>
            </a:r>
          </a:p>
          <a:p>
            <a:r>
              <a:rPr lang="en-GB" sz="3800"/>
              <a:t>Subject was given adequate time to review the consent form/assent and to discuss participation in this study with family members/others.</a:t>
            </a:r>
          </a:p>
          <a:p>
            <a:r>
              <a:rPr lang="en-GB" sz="3800"/>
              <a:t>All of the subject’s questions were answered/concerns addressed.</a:t>
            </a:r>
          </a:p>
          <a:p>
            <a:r>
              <a:rPr lang="en-GB" sz="3800"/>
              <a:t>Subject did not have any questions/concerns.</a:t>
            </a:r>
          </a:p>
          <a:p>
            <a:r>
              <a:rPr lang="en-GB" sz="3800"/>
              <a:t>The participant has agreed to participate in the study and has signed and dated the informed consent document.</a:t>
            </a:r>
          </a:p>
          <a:p>
            <a:r>
              <a:rPr lang="en-GB" sz="3800"/>
              <a:t>A copy of the signed and dated consent form/assent was given to the subject.</a:t>
            </a:r>
          </a:p>
          <a:p>
            <a:r>
              <a:rPr lang="en-GB" sz="3800"/>
              <a:t>The original signed and dated consent form/assent was placed in the subject records/ISF binder.</a:t>
            </a:r>
          </a:p>
          <a:p>
            <a:r>
              <a:rPr lang="en-GB" sz="3800"/>
              <a:t>Personnel who obtained informed consent is qualified and has been delegated by the Principal Investigator to perform this task</a:t>
            </a:r>
          </a:p>
        </p:txBody>
      </p:sp>
      <p:pic>
        <p:nvPicPr>
          <p:cNvPr id="4" name="Picture 3">
            <a:extLst>
              <a:ext uri="{FF2B5EF4-FFF2-40B4-BE49-F238E27FC236}">
                <a16:creationId xmlns:a16="http://schemas.microsoft.com/office/drawing/2014/main" id="{6715B140-16EF-807A-05C8-A24651642C08}"/>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8068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6E74F-E4EA-A1EF-045A-7FAB5C6212D7}"/>
              </a:ext>
            </a:extLst>
          </p:cNvPr>
          <p:cNvSpPr>
            <a:spLocks noGrp="1"/>
          </p:cNvSpPr>
          <p:nvPr>
            <p:ph type="title"/>
          </p:nvPr>
        </p:nvSpPr>
        <p:spPr/>
        <p:txBody>
          <a:bodyPr/>
          <a:lstStyle/>
          <a:p>
            <a:pPr algn="ctr"/>
            <a:r>
              <a:rPr lang="en-GB" b="1"/>
              <a:t>Delegation Log</a:t>
            </a:r>
            <a:br>
              <a:rPr lang="en-GB"/>
            </a:br>
            <a:endParaRPr lang="en-GB"/>
          </a:p>
        </p:txBody>
      </p:sp>
      <p:sp>
        <p:nvSpPr>
          <p:cNvPr id="3" name="Content Placeholder 2">
            <a:extLst>
              <a:ext uri="{FF2B5EF4-FFF2-40B4-BE49-F238E27FC236}">
                <a16:creationId xmlns:a16="http://schemas.microsoft.com/office/drawing/2014/main" id="{F6B1CED2-70EF-D506-8F04-C9E92E2CBDEA}"/>
              </a:ext>
            </a:extLst>
          </p:cNvPr>
          <p:cNvSpPr>
            <a:spLocks noGrp="1"/>
          </p:cNvSpPr>
          <p:nvPr>
            <p:ph idx="1"/>
          </p:nvPr>
        </p:nvSpPr>
        <p:spPr/>
        <p:txBody>
          <a:bodyPr/>
          <a:lstStyle/>
          <a:p>
            <a:r>
              <a:rPr lang="en-GB"/>
              <a:t>Has list of site staff partispating in the study</a:t>
            </a:r>
          </a:p>
          <a:p>
            <a:r>
              <a:rPr lang="en-GB"/>
              <a:t>Each personnel must be trained before delegation</a:t>
            </a:r>
          </a:p>
          <a:p>
            <a:r>
              <a:rPr lang="en-GB"/>
              <a:t>All tasks must be delegated </a:t>
            </a:r>
          </a:p>
          <a:p>
            <a:r>
              <a:rPr lang="en-GB"/>
              <a:t>Must have start and end date, countersigned by PI</a:t>
            </a:r>
          </a:p>
          <a:p>
            <a:r>
              <a:rPr lang="en-GB"/>
              <a:t>It is a living document and must be kept up-to-date</a:t>
            </a:r>
          </a:p>
          <a:p>
            <a:r>
              <a:rPr lang="en-GB"/>
              <a:t>To be collected and filed in eTMF as per DMP</a:t>
            </a:r>
          </a:p>
          <a:p>
            <a:r>
              <a:rPr lang="en-GB"/>
              <a:t>Also called Staff Signature and Authority Log</a:t>
            </a:r>
          </a:p>
        </p:txBody>
      </p:sp>
      <p:pic>
        <p:nvPicPr>
          <p:cNvPr id="4" name="Picture 3">
            <a:extLst>
              <a:ext uri="{FF2B5EF4-FFF2-40B4-BE49-F238E27FC236}">
                <a16:creationId xmlns:a16="http://schemas.microsoft.com/office/drawing/2014/main" id="{2EDFD458-5109-2B59-89C3-3158B04EDF15}"/>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56368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87F3D-3913-4396-87C2-FCFCB27088DD}"/>
              </a:ext>
            </a:extLst>
          </p:cNvPr>
          <p:cNvSpPr>
            <a:spLocks noGrp="1"/>
          </p:cNvSpPr>
          <p:nvPr>
            <p:ph type="title"/>
          </p:nvPr>
        </p:nvSpPr>
        <p:spPr/>
        <p:txBody>
          <a:bodyPr/>
          <a:lstStyle/>
          <a:p>
            <a:pPr algn="ctr"/>
            <a:r>
              <a:rPr lang="en-GB" b="1"/>
              <a:t>Training Log</a:t>
            </a:r>
          </a:p>
        </p:txBody>
      </p:sp>
      <p:sp>
        <p:nvSpPr>
          <p:cNvPr id="3" name="Content Placeholder 2">
            <a:extLst>
              <a:ext uri="{FF2B5EF4-FFF2-40B4-BE49-F238E27FC236}">
                <a16:creationId xmlns:a16="http://schemas.microsoft.com/office/drawing/2014/main" id="{815CE6E9-F3F9-62A6-3B31-16BDEBCEB10E}"/>
              </a:ext>
            </a:extLst>
          </p:cNvPr>
          <p:cNvSpPr>
            <a:spLocks noGrp="1"/>
          </p:cNvSpPr>
          <p:nvPr>
            <p:ph idx="1"/>
          </p:nvPr>
        </p:nvSpPr>
        <p:spPr/>
        <p:txBody>
          <a:bodyPr/>
          <a:lstStyle/>
          <a:p>
            <a:r>
              <a:rPr lang="en-GB"/>
              <a:t>Used to record staff training </a:t>
            </a:r>
          </a:p>
          <a:p>
            <a:r>
              <a:rPr lang="en-GB"/>
              <a:t>Living document </a:t>
            </a:r>
          </a:p>
          <a:p>
            <a:r>
              <a:rPr lang="en-GB"/>
              <a:t>Must be kept up-to-date</a:t>
            </a:r>
          </a:p>
          <a:p>
            <a:r>
              <a:rPr lang="en-GB"/>
              <a:t>Filed in ISF and eTMF</a:t>
            </a:r>
          </a:p>
          <a:p>
            <a:r>
              <a:rPr lang="en-GB"/>
              <a:t>Signed by trainer and trainee </a:t>
            </a:r>
          </a:p>
        </p:txBody>
      </p:sp>
      <p:pic>
        <p:nvPicPr>
          <p:cNvPr id="4" name="Picture 3">
            <a:extLst>
              <a:ext uri="{FF2B5EF4-FFF2-40B4-BE49-F238E27FC236}">
                <a16:creationId xmlns:a16="http://schemas.microsoft.com/office/drawing/2014/main" id="{76C7F3A6-3C22-7EDF-0BFC-19DFE4EB56A2}"/>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799500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74C92-85BB-2863-8EA5-142F35EABBA3}"/>
              </a:ext>
            </a:extLst>
          </p:cNvPr>
          <p:cNvSpPr>
            <a:spLocks noGrp="1"/>
          </p:cNvSpPr>
          <p:nvPr>
            <p:ph type="title"/>
          </p:nvPr>
        </p:nvSpPr>
        <p:spPr/>
        <p:txBody>
          <a:bodyPr/>
          <a:lstStyle/>
          <a:p>
            <a:pPr algn="ctr"/>
            <a:r>
              <a:rPr lang="en-GB" b="1"/>
              <a:t>Site Visit Log</a:t>
            </a:r>
            <a:br>
              <a:rPr lang="en-GB"/>
            </a:br>
            <a:endParaRPr lang="en-GB"/>
          </a:p>
        </p:txBody>
      </p:sp>
      <p:sp>
        <p:nvSpPr>
          <p:cNvPr id="3" name="Content Placeholder 2">
            <a:extLst>
              <a:ext uri="{FF2B5EF4-FFF2-40B4-BE49-F238E27FC236}">
                <a16:creationId xmlns:a16="http://schemas.microsoft.com/office/drawing/2014/main" id="{91A39329-C626-DBC4-5123-CEE8AACDC1E1}"/>
              </a:ext>
            </a:extLst>
          </p:cNvPr>
          <p:cNvSpPr>
            <a:spLocks noGrp="1"/>
          </p:cNvSpPr>
          <p:nvPr>
            <p:ph idx="1"/>
          </p:nvPr>
        </p:nvSpPr>
        <p:spPr/>
        <p:txBody>
          <a:bodyPr>
            <a:normAutofit/>
          </a:bodyPr>
          <a:lstStyle/>
          <a:p>
            <a:r>
              <a:rPr lang="en-GB" sz="4000"/>
              <a:t>Completed during the site visit</a:t>
            </a:r>
          </a:p>
          <a:p>
            <a:r>
              <a:rPr lang="en-GB" sz="4000"/>
              <a:t>Countersigned by site staff </a:t>
            </a:r>
          </a:p>
          <a:p>
            <a:r>
              <a:rPr lang="en-GB" sz="4000"/>
              <a:t>Filed in the ISF and eTMF</a:t>
            </a:r>
          </a:p>
          <a:p>
            <a:r>
              <a:rPr lang="en-GB" sz="4000"/>
              <a:t>Evidence of CRA attendance</a:t>
            </a:r>
          </a:p>
        </p:txBody>
      </p:sp>
      <p:pic>
        <p:nvPicPr>
          <p:cNvPr id="4" name="Picture 3">
            <a:extLst>
              <a:ext uri="{FF2B5EF4-FFF2-40B4-BE49-F238E27FC236}">
                <a16:creationId xmlns:a16="http://schemas.microsoft.com/office/drawing/2014/main" id="{8731539D-CCAB-5D6A-39A8-5AE23B36B887}"/>
              </a:ext>
            </a:extLst>
          </p:cNvPr>
          <p:cNvPicPr>
            <a:picLocks noChangeAspect="1"/>
          </p:cNvPicPr>
          <p:nvPr/>
        </p:nvPicPr>
        <p:blipFill>
          <a:blip r:embed="rId2"/>
          <a:stretch>
            <a:fillRect/>
          </a:stretch>
        </p:blipFill>
        <p:spPr>
          <a:xfrm>
            <a:off x="9976004" y="5717949"/>
            <a:ext cx="2298391" cy="1140051"/>
          </a:xfrm>
          <a:prstGeom prst="rect">
            <a:avLst/>
          </a:prstGeom>
        </p:spPr>
      </p:pic>
    </p:spTree>
    <p:extLst>
      <p:ext uri="{BB962C8B-B14F-4D97-AF65-F5344CB8AC3E}">
        <p14:creationId xmlns:p14="http://schemas.microsoft.com/office/powerpoint/2010/main" val="1468739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6645E-2862-654A-2383-64EC4232213A}"/>
              </a:ext>
            </a:extLst>
          </p:cNvPr>
          <p:cNvSpPr>
            <a:spLocks noGrp="1"/>
          </p:cNvSpPr>
          <p:nvPr>
            <p:ph type="title"/>
          </p:nvPr>
        </p:nvSpPr>
        <p:spPr/>
        <p:txBody>
          <a:bodyPr/>
          <a:lstStyle/>
          <a:p>
            <a:pPr algn="ctr"/>
            <a:r>
              <a:rPr lang="en-GB" b="1"/>
              <a:t>FDA1572/SIF</a:t>
            </a:r>
            <a:br>
              <a:rPr lang="en-GB"/>
            </a:br>
            <a:endParaRPr lang="en-GB"/>
          </a:p>
        </p:txBody>
      </p:sp>
      <p:sp>
        <p:nvSpPr>
          <p:cNvPr id="3" name="Content Placeholder 2">
            <a:extLst>
              <a:ext uri="{FF2B5EF4-FFF2-40B4-BE49-F238E27FC236}">
                <a16:creationId xmlns:a16="http://schemas.microsoft.com/office/drawing/2014/main" id="{4A44057C-DFE0-CA27-B0AF-23372FAFBF23}"/>
              </a:ext>
            </a:extLst>
          </p:cNvPr>
          <p:cNvSpPr>
            <a:spLocks noGrp="1"/>
          </p:cNvSpPr>
          <p:nvPr>
            <p:ph idx="1"/>
          </p:nvPr>
        </p:nvSpPr>
        <p:spPr/>
        <p:txBody>
          <a:bodyPr>
            <a:normAutofit fontScale="92500" lnSpcReduction="10000"/>
          </a:bodyPr>
          <a:lstStyle/>
          <a:p>
            <a:r>
              <a:rPr lang="en-GB"/>
              <a:t>Name and address of investigators and sub-</a:t>
            </a:r>
            <a:r>
              <a:rPr lang="en-GB" err="1"/>
              <a:t>i</a:t>
            </a:r>
            <a:endParaRPr lang="en-GB"/>
          </a:p>
          <a:p>
            <a:r>
              <a:rPr lang="en-GB"/>
              <a:t>Education, training, and experience that qualify the investigator as an expert in the clinical investigation of the drug for the use under investigation.</a:t>
            </a:r>
            <a:endParaRPr lang="en-GB">
              <a:highlight>
                <a:srgbClr val="FFFF00"/>
              </a:highlight>
            </a:endParaRPr>
          </a:p>
          <a:p>
            <a:r>
              <a:rPr lang="en-GB"/>
              <a:t>Name and address of any medical school, hospital, or other research facility where the clinical investigation(s) will be conducted</a:t>
            </a:r>
          </a:p>
          <a:p>
            <a:r>
              <a:rPr lang="en-GB"/>
              <a:t>Name and address of any clinical laboratory facilities to be used in the study </a:t>
            </a:r>
          </a:p>
          <a:p>
            <a:r>
              <a:rPr lang="en-GB"/>
              <a:t>Name and address of the IEC that is responsible for review and approval of the study(</a:t>
            </a:r>
            <a:r>
              <a:rPr lang="en-GB" err="1"/>
              <a:t>ies</a:t>
            </a:r>
            <a:r>
              <a:rPr lang="en-GB"/>
              <a:t>) </a:t>
            </a:r>
          </a:p>
          <a:p>
            <a:r>
              <a:rPr lang="en-GB"/>
              <a:t>Declaration to conduct the study as per GCP and all applicable regulations </a:t>
            </a:r>
          </a:p>
        </p:txBody>
      </p:sp>
      <p:pic>
        <p:nvPicPr>
          <p:cNvPr id="4" name="Picture 3">
            <a:extLst>
              <a:ext uri="{FF2B5EF4-FFF2-40B4-BE49-F238E27FC236}">
                <a16:creationId xmlns:a16="http://schemas.microsoft.com/office/drawing/2014/main" id="{1F20D2FE-2721-653C-301A-48A47E750556}"/>
              </a:ext>
            </a:extLst>
          </p:cNvPr>
          <p:cNvPicPr>
            <a:picLocks noChangeAspect="1"/>
          </p:cNvPicPr>
          <p:nvPr/>
        </p:nvPicPr>
        <p:blipFill>
          <a:blip r:embed="rId2"/>
          <a:stretch>
            <a:fillRect/>
          </a:stretch>
        </p:blipFill>
        <p:spPr>
          <a:xfrm>
            <a:off x="10048875" y="5972175"/>
            <a:ext cx="2143125" cy="885825"/>
          </a:xfrm>
          <a:prstGeom prst="rect">
            <a:avLst/>
          </a:prstGeom>
        </p:spPr>
      </p:pic>
    </p:spTree>
    <p:extLst>
      <p:ext uri="{BB962C8B-B14F-4D97-AF65-F5344CB8AC3E}">
        <p14:creationId xmlns:p14="http://schemas.microsoft.com/office/powerpoint/2010/main" val="605870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B120-077A-D624-8A35-B85CFF289AFA}"/>
              </a:ext>
            </a:extLst>
          </p:cNvPr>
          <p:cNvSpPr>
            <a:spLocks noGrp="1"/>
          </p:cNvSpPr>
          <p:nvPr>
            <p:ph type="title"/>
          </p:nvPr>
        </p:nvSpPr>
        <p:spPr/>
        <p:txBody>
          <a:bodyPr/>
          <a:lstStyle/>
          <a:p>
            <a:pPr algn="ctr"/>
            <a:r>
              <a:rPr lang="en-GB" b="1"/>
              <a:t>Staff CVs and GCP Certificates</a:t>
            </a:r>
            <a:br>
              <a:rPr lang="en-GB"/>
            </a:br>
            <a:endParaRPr lang="en-GB"/>
          </a:p>
        </p:txBody>
      </p:sp>
      <p:sp>
        <p:nvSpPr>
          <p:cNvPr id="3" name="Content Placeholder 2">
            <a:extLst>
              <a:ext uri="{FF2B5EF4-FFF2-40B4-BE49-F238E27FC236}">
                <a16:creationId xmlns:a16="http://schemas.microsoft.com/office/drawing/2014/main" id="{3A8F8A74-9773-5790-E49A-483D58D48226}"/>
              </a:ext>
            </a:extLst>
          </p:cNvPr>
          <p:cNvSpPr>
            <a:spLocks noGrp="1"/>
          </p:cNvSpPr>
          <p:nvPr>
            <p:ph idx="1"/>
          </p:nvPr>
        </p:nvSpPr>
        <p:spPr/>
        <p:txBody>
          <a:bodyPr/>
          <a:lstStyle/>
          <a:p>
            <a:r>
              <a:rPr lang="en-GB" sz="3600"/>
              <a:t>CRA collects and file staff CVs and GCP certificates </a:t>
            </a:r>
          </a:p>
          <a:p>
            <a:r>
              <a:rPr lang="en-GB" sz="3600"/>
              <a:t>Normally collected during SSV, before SIV</a:t>
            </a:r>
          </a:p>
          <a:p>
            <a:r>
              <a:rPr lang="en-GB" sz="3600"/>
              <a:t>GCP renewed every 2 years</a:t>
            </a:r>
          </a:p>
          <a:p>
            <a:r>
              <a:rPr lang="en-GB" sz="3600"/>
              <a:t>CVs must be signed and dated </a:t>
            </a:r>
          </a:p>
          <a:p>
            <a:r>
              <a:rPr lang="en-GB" sz="3600"/>
              <a:t>CVs renewed every 3 years</a:t>
            </a:r>
          </a:p>
          <a:p>
            <a:r>
              <a:rPr lang="en-GB" sz="3600"/>
              <a:t>Filed in ISF and eTMF</a:t>
            </a:r>
          </a:p>
          <a:p>
            <a:pPr marL="0" indent="0">
              <a:buNone/>
            </a:pPr>
            <a:endParaRPr lang="en-GB"/>
          </a:p>
        </p:txBody>
      </p:sp>
      <p:pic>
        <p:nvPicPr>
          <p:cNvPr id="4" name="Picture 3">
            <a:extLst>
              <a:ext uri="{FF2B5EF4-FFF2-40B4-BE49-F238E27FC236}">
                <a16:creationId xmlns:a16="http://schemas.microsoft.com/office/drawing/2014/main" id="{41F00DAD-6362-AB44-4282-DCACF5E527CB}"/>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6741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631E-EFCE-6A3B-711E-5BAF1DA070A2}"/>
              </a:ext>
            </a:extLst>
          </p:cNvPr>
          <p:cNvSpPr>
            <a:spLocks noGrp="1"/>
          </p:cNvSpPr>
          <p:nvPr>
            <p:ph type="title"/>
          </p:nvPr>
        </p:nvSpPr>
        <p:spPr>
          <a:xfrm>
            <a:off x="838200" y="365125"/>
            <a:ext cx="10515600" cy="1325563"/>
          </a:xfrm>
        </p:spPr>
        <p:txBody>
          <a:bodyPr/>
          <a:lstStyle/>
          <a:p>
            <a:r>
              <a:rPr lang="en-GB"/>
              <a:t>Other Documents</a:t>
            </a:r>
            <a:br>
              <a:rPr lang="en-GB"/>
            </a:br>
            <a:endParaRPr lang="en-GB"/>
          </a:p>
        </p:txBody>
      </p:sp>
      <p:sp>
        <p:nvSpPr>
          <p:cNvPr id="3" name="Content Placeholder 2">
            <a:extLst>
              <a:ext uri="{FF2B5EF4-FFF2-40B4-BE49-F238E27FC236}">
                <a16:creationId xmlns:a16="http://schemas.microsoft.com/office/drawing/2014/main" id="{CE7F8C54-38AC-5681-B975-93ABB35325F6}"/>
              </a:ext>
            </a:extLst>
          </p:cNvPr>
          <p:cNvSpPr>
            <a:spLocks noGrp="1"/>
          </p:cNvSpPr>
          <p:nvPr>
            <p:ph idx="1"/>
          </p:nvPr>
        </p:nvSpPr>
        <p:spPr>
          <a:xfrm>
            <a:off x="838200" y="1825625"/>
            <a:ext cx="10515600" cy="4351338"/>
          </a:xfrm>
        </p:spPr>
        <p:txBody>
          <a:bodyPr>
            <a:noAutofit/>
          </a:bodyPr>
          <a:lstStyle/>
          <a:p>
            <a:r>
              <a:rPr lang="en-GB"/>
              <a:t>ISF checklist, a living document</a:t>
            </a:r>
          </a:p>
          <a:p>
            <a:r>
              <a:rPr lang="en-GB"/>
              <a:t>Pre-screening log</a:t>
            </a:r>
          </a:p>
          <a:p>
            <a:r>
              <a:rPr lang="en-GB"/>
              <a:t>Subject screening log</a:t>
            </a:r>
          </a:p>
          <a:p>
            <a:r>
              <a:rPr lang="en-GB"/>
              <a:t>Subject identification  log</a:t>
            </a:r>
          </a:p>
          <a:p>
            <a:r>
              <a:rPr lang="en-GB"/>
              <a:t>Subject enrolment log</a:t>
            </a:r>
          </a:p>
          <a:p>
            <a:r>
              <a:rPr lang="en-GB"/>
              <a:t>Investigational products accountability logs</a:t>
            </a:r>
          </a:p>
          <a:p>
            <a:r>
              <a:rPr lang="en-GB"/>
              <a:t>Annual progress report </a:t>
            </a:r>
          </a:p>
          <a:p>
            <a:r>
              <a:rPr lang="en-GB"/>
              <a:t>Financial disclosure form</a:t>
            </a:r>
          </a:p>
          <a:p>
            <a:r>
              <a:rPr lang="en-GB"/>
              <a:t>Clinical trial agreement (CTA)</a:t>
            </a:r>
          </a:p>
          <a:p>
            <a:r>
              <a:rPr lang="en-GB"/>
              <a:t>Email communications</a:t>
            </a:r>
          </a:p>
          <a:p>
            <a:r>
              <a:rPr lang="en-GB"/>
              <a:t>Normal value(s)/range(s) for medical / laboratory / technical procedure(s) and/or test(s) included in the protocol</a:t>
            </a:r>
          </a:p>
          <a:p>
            <a:r>
              <a:rPr lang="en-GB"/>
              <a:t>Medical/laboratory/technical procedures / tests</a:t>
            </a:r>
          </a:p>
          <a:p>
            <a:r>
              <a:rPr lang="en-GB"/>
              <a:t>Sample of label(s) attached to investigational product container(s)</a:t>
            </a:r>
          </a:p>
          <a:p>
            <a:r>
              <a:rPr lang="en-GB"/>
              <a:t>Clinical study report</a:t>
            </a:r>
          </a:p>
          <a:p>
            <a:r>
              <a:rPr lang="en-GB"/>
              <a:t>etc</a:t>
            </a:r>
          </a:p>
        </p:txBody>
      </p:sp>
      <p:pic>
        <p:nvPicPr>
          <p:cNvPr id="4" name="Picture 3">
            <a:extLst>
              <a:ext uri="{FF2B5EF4-FFF2-40B4-BE49-F238E27FC236}">
                <a16:creationId xmlns:a16="http://schemas.microsoft.com/office/drawing/2014/main" id="{CF81A5E2-6C2C-10E0-2C02-52660256D82D}"/>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604716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E88B-AFF0-25F7-6303-11A2DA7406D9}"/>
              </a:ext>
            </a:extLst>
          </p:cNvPr>
          <p:cNvSpPr>
            <a:spLocks noGrp="1"/>
          </p:cNvSpPr>
          <p:nvPr>
            <p:ph type="title"/>
          </p:nvPr>
        </p:nvSpPr>
        <p:spPr/>
        <p:txBody>
          <a:bodyPr/>
          <a:lstStyle/>
          <a:p>
            <a:pPr algn="ctr"/>
            <a:r>
              <a:rPr lang="en-GB" b="1"/>
              <a:t>Types of Events in Clinical Trial </a:t>
            </a:r>
          </a:p>
        </p:txBody>
      </p:sp>
      <p:sp>
        <p:nvSpPr>
          <p:cNvPr id="3" name="Content Placeholder 2">
            <a:extLst>
              <a:ext uri="{FF2B5EF4-FFF2-40B4-BE49-F238E27FC236}">
                <a16:creationId xmlns:a16="http://schemas.microsoft.com/office/drawing/2014/main" id="{D144B0E0-353B-0D8B-2D2E-602901CDD27D}"/>
              </a:ext>
            </a:extLst>
          </p:cNvPr>
          <p:cNvSpPr>
            <a:spLocks noGrp="1"/>
          </p:cNvSpPr>
          <p:nvPr>
            <p:ph idx="1"/>
          </p:nvPr>
        </p:nvSpPr>
        <p:spPr/>
        <p:txBody>
          <a:bodyPr>
            <a:normAutofit fontScale="25000" lnSpcReduction="20000"/>
          </a:bodyPr>
          <a:lstStyle/>
          <a:p>
            <a:r>
              <a:rPr lang="en-GB" sz="6700"/>
              <a:t>Adverse Event (AE)</a:t>
            </a:r>
          </a:p>
          <a:p>
            <a:r>
              <a:rPr lang="en-GB" sz="6700"/>
              <a:t>Serious Adverse Event (SAE)</a:t>
            </a:r>
          </a:p>
          <a:p>
            <a:r>
              <a:rPr lang="en-GB" sz="6700"/>
              <a:t>Serious Adverse Reaction (SAR)</a:t>
            </a:r>
          </a:p>
          <a:p>
            <a:r>
              <a:rPr lang="en-GB" sz="6700" b="0" i="0">
                <a:solidFill>
                  <a:srgbClr val="040C28"/>
                </a:solidFill>
                <a:effectLst/>
                <a:latin typeface="Google Sans"/>
              </a:rPr>
              <a:t>Suspected Unexpected Serious Adverse Reaction (</a:t>
            </a:r>
            <a:r>
              <a:rPr lang="en-GB" sz="6700"/>
              <a:t>SUSAR)</a:t>
            </a:r>
          </a:p>
          <a:p>
            <a:r>
              <a:rPr lang="en-GB" sz="6700"/>
              <a:t>Adverse Event of Special Interest (AESI)</a:t>
            </a:r>
          </a:p>
          <a:p>
            <a:r>
              <a:rPr lang="en-GB" sz="6700"/>
              <a:t>Serious Breach</a:t>
            </a:r>
          </a:p>
          <a:p>
            <a:r>
              <a:rPr lang="en-GB" sz="6700"/>
              <a:t>Pregnancy</a:t>
            </a:r>
          </a:p>
          <a:p>
            <a:r>
              <a:rPr lang="en-GB" sz="6700"/>
              <a:t>Protocol Deviation (PD) </a:t>
            </a:r>
          </a:p>
          <a:p>
            <a:r>
              <a:rPr lang="en-GB" sz="6700"/>
              <a:t>Noncompliance (NC)</a:t>
            </a:r>
          </a:p>
          <a:p>
            <a:r>
              <a:rPr lang="en-GB" sz="6700"/>
              <a:t>Quality Issue</a:t>
            </a:r>
          </a:p>
          <a:p>
            <a:r>
              <a:rPr lang="en-GB" sz="6700"/>
              <a:t>CAPA</a:t>
            </a:r>
          </a:p>
          <a:p>
            <a:r>
              <a:rPr lang="en-GB" sz="6700"/>
              <a:t>Action Item (AI)</a:t>
            </a:r>
          </a:p>
          <a:p>
            <a:r>
              <a:rPr lang="en-GB" sz="6700"/>
              <a:t>Query</a:t>
            </a:r>
          </a:p>
          <a:p>
            <a:r>
              <a:rPr lang="en-GB" sz="6700"/>
              <a:t>Audit</a:t>
            </a:r>
          </a:p>
          <a:p>
            <a:r>
              <a:rPr lang="en-GB" sz="6700"/>
              <a:t>Inspection</a:t>
            </a:r>
          </a:p>
          <a:p>
            <a:endParaRPr lang="en-GB"/>
          </a:p>
        </p:txBody>
      </p:sp>
      <p:pic>
        <p:nvPicPr>
          <p:cNvPr id="4" name="Picture 3">
            <a:extLst>
              <a:ext uri="{FF2B5EF4-FFF2-40B4-BE49-F238E27FC236}">
                <a16:creationId xmlns:a16="http://schemas.microsoft.com/office/drawing/2014/main" id="{EA4417A7-96BC-2EEA-BBC7-14571800D7EE}"/>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1020160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6A66-0F95-420B-AA13-507CB396F089}"/>
              </a:ext>
            </a:extLst>
          </p:cNvPr>
          <p:cNvSpPr>
            <a:spLocks noGrp="1"/>
          </p:cNvSpPr>
          <p:nvPr>
            <p:ph type="title"/>
          </p:nvPr>
        </p:nvSpPr>
        <p:spPr/>
        <p:txBody>
          <a:bodyPr/>
          <a:lstStyle/>
          <a:p>
            <a:pPr algn="ctr"/>
            <a:r>
              <a:rPr lang="en-GB" b="1"/>
              <a:t>Adverse Event (AE)</a:t>
            </a:r>
            <a:br>
              <a:rPr lang="en-GB"/>
            </a:br>
            <a:endParaRPr lang="en-GB"/>
          </a:p>
        </p:txBody>
      </p:sp>
      <p:sp>
        <p:nvSpPr>
          <p:cNvPr id="3" name="Content Placeholder 2">
            <a:extLst>
              <a:ext uri="{FF2B5EF4-FFF2-40B4-BE49-F238E27FC236}">
                <a16:creationId xmlns:a16="http://schemas.microsoft.com/office/drawing/2014/main" id="{5FACE0CC-52A3-8C92-924F-6709F46549FD}"/>
              </a:ext>
            </a:extLst>
          </p:cNvPr>
          <p:cNvSpPr>
            <a:spLocks noGrp="1"/>
          </p:cNvSpPr>
          <p:nvPr>
            <p:ph idx="1"/>
          </p:nvPr>
        </p:nvSpPr>
        <p:spPr>
          <a:xfrm>
            <a:off x="838199" y="1133475"/>
            <a:ext cx="10853691" cy="5043488"/>
          </a:xfrm>
        </p:spPr>
        <p:txBody>
          <a:bodyPr>
            <a:normAutofit lnSpcReduction="10000"/>
          </a:bodyPr>
          <a:lstStyle/>
          <a:p>
            <a:r>
              <a:rPr lang="en-GB" sz="2000" kern="100">
                <a:effectLst/>
                <a:latin typeface="Calibri" panose="020F0502020204030204" pitchFamily="34" charset="0"/>
                <a:ea typeface="Calibri" panose="020F0502020204030204" pitchFamily="34" charset="0"/>
                <a:cs typeface="Times New Roman" panose="02020603050405020304" pitchFamily="18" charset="0"/>
              </a:rPr>
              <a:t>An adverse event (AE) is any untoward medical occurrence in a patient or clinical investigation subject administered a pharmaceutical product and which does not necessarily have a causal relationship with this treatment. </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An adverse event can therefore be any unfavourable and unintended sign (including an abnormal laboratory finding), symptom, or disease temporally associated with the use of a medicinal (investigational) product, whether or not related to the medicinal (investigational) product.</a:t>
            </a:r>
          </a:p>
          <a:p>
            <a:r>
              <a:rPr lang="en-GB" sz="2000" kern="100">
                <a:latin typeface="Calibri" panose="020F0502020204030204" pitchFamily="34" charset="0"/>
                <a:ea typeface="Calibri" panose="020F0502020204030204" pitchFamily="34" charset="0"/>
                <a:cs typeface="Times New Roman" panose="02020603050405020304" pitchFamily="18" charset="0"/>
              </a:rPr>
              <a:t>Must be reported to sponsor via eCRF and part of Annual Progress report sent to EC</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Common Terminology Criteria for Adverse Events (CTCAE)</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Grade 1 – Mild: Asymptomatic symptoms. clinical or diagnostic observations only; Intervention not indicated.</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Grade 2 – Moderate: Minimal, local or non-invasive intervention was needed</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Grade 3 – Severe: Severe symptoms or medically significant but not life-threatening but may be disabling or limit selfcare in Activities of Daily Living (ADL).</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Grade 4 - Life-threatening: Urgent or emergent intervention needed</a:t>
            </a:r>
          </a:p>
          <a:p>
            <a:r>
              <a:rPr lang="en-GB" sz="2000" kern="100">
                <a:effectLst/>
                <a:latin typeface="Calibri" panose="020F0502020204030204" pitchFamily="34" charset="0"/>
                <a:ea typeface="Calibri" panose="020F0502020204030204" pitchFamily="34" charset="0"/>
                <a:cs typeface="Times New Roman" panose="02020603050405020304" pitchFamily="18" charset="0"/>
              </a:rPr>
              <a:t>Grade 5 – Death: related to or due to adverse event </a:t>
            </a:r>
          </a:p>
          <a:p>
            <a:endParaRPr lang="en-GB"/>
          </a:p>
        </p:txBody>
      </p:sp>
      <p:pic>
        <p:nvPicPr>
          <p:cNvPr id="4" name="Picture 3">
            <a:extLst>
              <a:ext uri="{FF2B5EF4-FFF2-40B4-BE49-F238E27FC236}">
                <a16:creationId xmlns:a16="http://schemas.microsoft.com/office/drawing/2014/main" id="{95D1AFE9-16FC-83B8-38C3-CA908A08946D}"/>
              </a:ext>
            </a:extLst>
          </p:cNvPr>
          <p:cNvPicPr>
            <a:picLocks noChangeAspect="1"/>
          </p:cNvPicPr>
          <p:nvPr/>
        </p:nvPicPr>
        <p:blipFill>
          <a:blip r:embed="rId2"/>
          <a:stretch>
            <a:fillRect/>
          </a:stretch>
        </p:blipFill>
        <p:spPr>
          <a:xfrm>
            <a:off x="9931709" y="5717949"/>
            <a:ext cx="2298391" cy="1140051"/>
          </a:xfrm>
          <a:prstGeom prst="rect">
            <a:avLst/>
          </a:prstGeom>
        </p:spPr>
      </p:pic>
    </p:spTree>
    <p:extLst>
      <p:ext uri="{BB962C8B-B14F-4D97-AF65-F5344CB8AC3E}">
        <p14:creationId xmlns:p14="http://schemas.microsoft.com/office/powerpoint/2010/main" val="1527435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9087B-901A-7B1C-AE7D-69DD4D241221}"/>
              </a:ext>
            </a:extLst>
          </p:cNvPr>
          <p:cNvSpPr>
            <a:spLocks noGrp="1"/>
          </p:cNvSpPr>
          <p:nvPr>
            <p:ph type="title"/>
          </p:nvPr>
        </p:nvSpPr>
        <p:spPr/>
        <p:txBody>
          <a:bodyPr/>
          <a:lstStyle/>
          <a:p>
            <a:pPr algn="ctr"/>
            <a:r>
              <a:rPr lang="en-GB" b="1"/>
              <a:t>Serious Adverse Event (SAE)</a:t>
            </a:r>
            <a:br>
              <a:rPr lang="en-GB"/>
            </a:br>
            <a:endParaRPr lang="en-GB"/>
          </a:p>
        </p:txBody>
      </p:sp>
      <p:sp>
        <p:nvSpPr>
          <p:cNvPr id="3" name="Content Placeholder 2">
            <a:extLst>
              <a:ext uri="{FF2B5EF4-FFF2-40B4-BE49-F238E27FC236}">
                <a16:creationId xmlns:a16="http://schemas.microsoft.com/office/drawing/2014/main" id="{D3982701-AD13-3F8B-1908-9A3CC1BD20F0}"/>
              </a:ext>
            </a:extLst>
          </p:cNvPr>
          <p:cNvSpPr>
            <a:spLocks noGrp="1"/>
          </p:cNvSpPr>
          <p:nvPr>
            <p:ph idx="1"/>
          </p:nvPr>
        </p:nvSpPr>
        <p:spPr>
          <a:xfrm>
            <a:off x="838200" y="1257300"/>
            <a:ext cx="10515600" cy="4919663"/>
          </a:xfrm>
        </p:spPr>
        <p:txBody>
          <a:bodyPr>
            <a:normAutofit fontScale="85000" lnSpcReduction="20000"/>
          </a:bodyPr>
          <a:lstStyle/>
          <a:p>
            <a:pPr algn="just"/>
            <a:r>
              <a:rPr lang="en-GB" sz="3100"/>
              <a:t>A serious adverse event or reaction is an untoward medical occurrence that is considered to represent a significant hazard to the patient. This includes events that result in:</a:t>
            </a:r>
          </a:p>
          <a:p>
            <a:pPr algn="l">
              <a:buFont typeface="+mj-lt"/>
              <a:buAutoNum type="arabicPeriod"/>
            </a:pPr>
            <a:r>
              <a:rPr lang="en-GB" sz="3100" i="0">
                <a:solidFill>
                  <a:srgbClr val="343536"/>
                </a:solidFill>
                <a:effectLst/>
              </a:rPr>
              <a:t>Death</a:t>
            </a:r>
          </a:p>
          <a:p>
            <a:pPr algn="l">
              <a:buFont typeface="+mj-lt"/>
              <a:buAutoNum type="arabicPeriod"/>
            </a:pPr>
            <a:r>
              <a:rPr lang="en-GB" sz="3100" i="0">
                <a:solidFill>
                  <a:srgbClr val="343536"/>
                </a:solidFill>
                <a:effectLst/>
              </a:rPr>
              <a:t>Life-threatening (immediately)</a:t>
            </a:r>
          </a:p>
          <a:p>
            <a:pPr algn="l">
              <a:buFont typeface="+mj-lt"/>
              <a:buAutoNum type="arabicPeriod"/>
            </a:pPr>
            <a:r>
              <a:rPr lang="en-GB" sz="3100" i="0">
                <a:solidFill>
                  <a:srgbClr val="343536"/>
                </a:solidFill>
                <a:effectLst/>
              </a:rPr>
              <a:t>Overnight hospitalisation (initial or prolonged)</a:t>
            </a:r>
          </a:p>
          <a:p>
            <a:pPr algn="l">
              <a:buFont typeface="+mj-lt"/>
              <a:buAutoNum type="arabicPeriod"/>
            </a:pPr>
            <a:r>
              <a:rPr lang="en-GB" sz="3100" i="0">
                <a:solidFill>
                  <a:srgbClr val="343536"/>
                </a:solidFill>
                <a:effectLst/>
              </a:rPr>
              <a:t>Significant loss of function or disability</a:t>
            </a:r>
          </a:p>
          <a:p>
            <a:pPr algn="l">
              <a:buFont typeface="+mj-lt"/>
              <a:buAutoNum type="arabicPeriod"/>
            </a:pPr>
            <a:r>
              <a:rPr lang="en-GB" sz="3100" i="0">
                <a:solidFill>
                  <a:srgbClr val="343536"/>
                </a:solidFill>
                <a:effectLst/>
              </a:rPr>
              <a:t>Congenital malformation/birth defect</a:t>
            </a:r>
          </a:p>
          <a:p>
            <a:pPr algn="l">
              <a:buFont typeface="+mj-lt"/>
              <a:buAutoNum type="arabicPeriod"/>
            </a:pPr>
            <a:r>
              <a:rPr lang="en-GB" sz="3100" i="0">
                <a:solidFill>
                  <a:srgbClr val="343536"/>
                </a:solidFill>
                <a:effectLst/>
              </a:rPr>
              <a:t>Other medically important event*</a:t>
            </a:r>
            <a:br>
              <a:rPr lang="en-GB" sz="3100" i="0">
                <a:solidFill>
                  <a:srgbClr val="343536"/>
                </a:solidFill>
                <a:effectLst/>
              </a:rPr>
            </a:br>
            <a:endParaRPr lang="en-GB" sz="3100" i="0">
              <a:solidFill>
                <a:srgbClr val="343536"/>
              </a:solidFill>
              <a:effectLst/>
            </a:endParaRPr>
          </a:p>
          <a:p>
            <a:pPr algn="l" fontAlgn="base"/>
            <a:r>
              <a:rPr lang="en-GB" sz="3100" i="1">
                <a:solidFill>
                  <a:srgbClr val="343536"/>
                </a:solidFill>
                <a:effectLst/>
              </a:rPr>
              <a:t>* Certain adverse events may not necessarily belong to any of these classifications but are still considered medically significant/important and should be considered serious (</a:t>
            </a:r>
            <a:r>
              <a:rPr lang="en-GB" sz="3100" i="1" err="1">
                <a:solidFill>
                  <a:srgbClr val="343536"/>
                </a:solidFill>
                <a:effectLst/>
              </a:rPr>
              <a:t>ie</a:t>
            </a:r>
            <a:r>
              <a:rPr lang="en-GB" sz="3100" i="1">
                <a:solidFill>
                  <a:srgbClr val="343536"/>
                </a:solidFill>
                <a:effectLst/>
              </a:rPr>
              <a:t> all malignancies and pregnancy).</a:t>
            </a:r>
            <a:endParaRPr lang="en-GB" sz="3100" i="0">
              <a:solidFill>
                <a:srgbClr val="343536"/>
              </a:solidFill>
              <a:effectLst/>
            </a:endParaRPr>
          </a:p>
          <a:p>
            <a:pPr algn="just"/>
            <a:endParaRPr lang="en-GB"/>
          </a:p>
        </p:txBody>
      </p:sp>
      <p:pic>
        <p:nvPicPr>
          <p:cNvPr id="4" name="Picture 3">
            <a:extLst>
              <a:ext uri="{FF2B5EF4-FFF2-40B4-BE49-F238E27FC236}">
                <a16:creationId xmlns:a16="http://schemas.microsoft.com/office/drawing/2014/main" id="{7558997E-7CA9-BAAF-3BB6-53A10710C47F}"/>
              </a:ext>
            </a:extLst>
          </p:cNvPr>
          <p:cNvPicPr>
            <a:picLocks noChangeAspect="1"/>
          </p:cNvPicPr>
          <p:nvPr/>
        </p:nvPicPr>
        <p:blipFill>
          <a:blip r:embed="rId2"/>
          <a:stretch>
            <a:fillRect/>
          </a:stretch>
        </p:blipFill>
        <p:spPr>
          <a:xfrm>
            <a:off x="9893609" y="5708424"/>
            <a:ext cx="2298391" cy="1140051"/>
          </a:xfrm>
          <a:prstGeom prst="rect">
            <a:avLst/>
          </a:prstGeom>
        </p:spPr>
      </p:pic>
    </p:spTree>
    <p:extLst>
      <p:ext uri="{BB962C8B-B14F-4D97-AF65-F5344CB8AC3E}">
        <p14:creationId xmlns:p14="http://schemas.microsoft.com/office/powerpoint/2010/main" val="1232878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B68F-26DD-AD79-64F0-0C5390DF9D0B}"/>
              </a:ext>
            </a:extLst>
          </p:cNvPr>
          <p:cNvSpPr>
            <a:spLocks noGrp="1"/>
          </p:cNvSpPr>
          <p:nvPr>
            <p:ph type="title"/>
          </p:nvPr>
        </p:nvSpPr>
        <p:spPr/>
        <p:txBody>
          <a:bodyPr/>
          <a:lstStyle/>
          <a:p>
            <a:pPr algn="ctr"/>
            <a:r>
              <a:rPr lang="en-GB" b="1"/>
              <a:t>Serious Adverse Event (SAE) Cont.</a:t>
            </a:r>
          </a:p>
        </p:txBody>
      </p:sp>
      <p:sp>
        <p:nvSpPr>
          <p:cNvPr id="3" name="Content Placeholder 2">
            <a:extLst>
              <a:ext uri="{FF2B5EF4-FFF2-40B4-BE49-F238E27FC236}">
                <a16:creationId xmlns:a16="http://schemas.microsoft.com/office/drawing/2014/main" id="{C3F33358-CD43-58E0-9281-6557B179BD07}"/>
              </a:ext>
            </a:extLst>
          </p:cNvPr>
          <p:cNvSpPr>
            <a:spLocks noGrp="1"/>
          </p:cNvSpPr>
          <p:nvPr>
            <p:ph idx="1"/>
          </p:nvPr>
        </p:nvSpPr>
        <p:spPr/>
        <p:txBody>
          <a:bodyPr/>
          <a:lstStyle/>
          <a:p>
            <a:r>
              <a:rPr lang="en-GB" sz="3600"/>
              <a:t>Must be reported within 24hr of PI/site being aware of it</a:t>
            </a:r>
          </a:p>
          <a:p>
            <a:r>
              <a:rPr lang="en-GB" sz="3600"/>
              <a:t>Normally reported via eCRF or special SAE form</a:t>
            </a:r>
          </a:p>
          <a:p>
            <a:r>
              <a:rPr lang="en-GB" sz="3600"/>
              <a:t>Initial report must not be complete before reporting</a:t>
            </a:r>
          </a:p>
          <a:p>
            <a:r>
              <a:rPr lang="en-GB" sz="3600"/>
              <a:t>Follow up information could be provided</a:t>
            </a:r>
          </a:p>
          <a:p>
            <a:r>
              <a:rPr lang="en-GB" sz="3600"/>
              <a:t>Followed up till closure</a:t>
            </a:r>
          </a:p>
          <a:p>
            <a:endParaRPr lang="en-GB"/>
          </a:p>
        </p:txBody>
      </p:sp>
      <p:pic>
        <p:nvPicPr>
          <p:cNvPr id="4" name="Picture 3">
            <a:extLst>
              <a:ext uri="{FF2B5EF4-FFF2-40B4-BE49-F238E27FC236}">
                <a16:creationId xmlns:a16="http://schemas.microsoft.com/office/drawing/2014/main" id="{D84BFFE4-E109-8ECC-1CE0-D6742CB364FA}"/>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145867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8CDCB-9615-B329-0C96-8FF31BF4DAF1}"/>
              </a:ext>
            </a:extLst>
          </p:cNvPr>
          <p:cNvSpPr>
            <a:spLocks noGrp="1"/>
          </p:cNvSpPr>
          <p:nvPr>
            <p:ph type="title"/>
          </p:nvPr>
        </p:nvSpPr>
        <p:spPr/>
        <p:txBody>
          <a:bodyPr/>
          <a:lstStyle/>
          <a:p>
            <a:r>
              <a:rPr lang="en-GB"/>
              <a:t>Serious Adverse Reaction (SAR)</a:t>
            </a:r>
            <a:br>
              <a:rPr lang="en-GB"/>
            </a:br>
            <a:endParaRPr lang="en-GB"/>
          </a:p>
        </p:txBody>
      </p:sp>
      <p:sp>
        <p:nvSpPr>
          <p:cNvPr id="3" name="Content Placeholder 2">
            <a:extLst>
              <a:ext uri="{FF2B5EF4-FFF2-40B4-BE49-F238E27FC236}">
                <a16:creationId xmlns:a16="http://schemas.microsoft.com/office/drawing/2014/main" id="{45561471-3A8E-37BE-2B75-261BCE06562B}"/>
              </a:ext>
            </a:extLst>
          </p:cNvPr>
          <p:cNvSpPr>
            <a:spLocks noGrp="1"/>
          </p:cNvSpPr>
          <p:nvPr>
            <p:ph idx="1"/>
          </p:nvPr>
        </p:nvSpPr>
        <p:spPr/>
        <p:txBody>
          <a:bodyPr/>
          <a:lstStyle/>
          <a:p>
            <a:r>
              <a:rPr lang="en-GB"/>
              <a:t>An SAE with certain degree of probability that causality is IMP</a:t>
            </a:r>
          </a:p>
          <a:p>
            <a:r>
              <a:rPr lang="en-GB"/>
              <a:t>Regardless of the administered dose</a:t>
            </a:r>
          </a:p>
          <a:p>
            <a:r>
              <a:rPr lang="en-GB"/>
              <a:t>Must be reported within 24hr of PI/site being aware of it</a:t>
            </a:r>
          </a:p>
          <a:p>
            <a:r>
              <a:rPr lang="en-GB"/>
              <a:t>Normally reported via eCRF or special SAE/SAR form</a:t>
            </a:r>
          </a:p>
          <a:p>
            <a:r>
              <a:rPr lang="en-GB"/>
              <a:t>Initial report must not be complete before reporting</a:t>
            </a:r>
          </a:p>
          <a:p>
            <a:r>
              <a:rPr lang="en-GB"/>
              <a:t>Follow up information could be provided</a:t>
            </a:r>
          </a:p>
          <a:p>
            <a:r>
              <a:rPr lang="en-GB"/>
              <a:t>Followed up till closure</a:t>
            </a:r>
          </a:p>
          <a:p>
            <a:endParaRPr lang="en-GB"/>
          </a:p>
          <a:p>
            <a:pPr marL="0" indent="0">
              <a:buNone/>
            </a:pPr>
            <a:endParaRPr lang="en-GB"/>
          </a:p>
        </p:txBody>
      </p:sp>
      <p:pic>
        <p:nvPicPr>
          <p:cNvPr id="4" name="Picture 3">
            <a:extLst>
              <a:ext uri="{FF2B5EF4-FFF2-40B4-BE49-F238E27FC236}">
                <a16:creationId xmlns:a16="http://schemas.microsoft.com/office/drawing/2014/main" id="{D3999039-B65B-AA3B-82DB-C78F4F36FD0B}"/>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185350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C61D-DC87-08F6-D7C2-B1985FCB9E6A}"/>
              </a:ext>
            </a:extLst>
          </p:cNvPr>
          <p:cNvSpPr>
            <a:spLocks noGrp="1"/>
          </p:cNvSpPr>
          <p:nvPr>
            <p:ph type="title"/>
          </p:nvPr>
        </p:nvSpPr>
        <p:spPr/>
        <p:txBody>
          <a:bodyPr>
            <a:normAutofit fontScale="90000"/>
          </a:bodyPr>
          <a:lstStyle/>
          <a:p>
            <a:r>
              <a:rPr lang="en-GB" b="1"/>
              <a:t>Suspected Unexpected Serious Adverse Reaction (SUSAR)</a:t>
            </a:r>
            <a:br>
              <a:rPr lang="en-GB"/>
            </a:br>
            <a:endParaRPr lang="en-GB"/>
          </a:p>
        </p:txBody>
      </p:sp>
      <p:sp>
        <p:nvSpPr>
          <p:cNvPr id="3" name="Content Placeholder 2">
            <a:extLst>
              <a:ext uri="{FF2B5EF4-FFF2-40B4-BE49-F238E27FC236}">
                <a16:creationId xmlns:a16="http://schemas.microsoft.com/office/drawing/2014/main" id="{FC2E5873-C08A-253F-830A-37435D4311A9}"/>
              </a:ext>
            </a:extLst>
          </p:cNvPr>
          <p:cNvSpPr>
            <a:spLocks noGrp="1"/>
          </p:cNvSpPr>
          <p:nvPr>
            <p:ph idx="1"/>
          </p:nvPr>
        </p:nvSpPr>
        <p:spPr>
          <a:xfrm>
            <a:off x="838199" y="1305017"/>
            <a:ext cx="11120021" cy="4871946"/>
          </a:xfrm>
        </p:spPr>
        <p:txBody>
          <a:bodyPr>
            <a:noAutofit/>
          </a:bodyPr>
          <a:lstStyle/>
          <a:p>
            <a:r>
              <a:rPr lang="en-GB" sz="2400"/>
              <a:t>Suspected Unexpected Serious Adverse Reaction is the term used to refer to an adverse event that occurs in a clinical trial subject, which is assessed by the sponsor and or study investigator as being unexpected, serious and as having a reasonable possibility of a causal relationship with the study drug.</a:t>
            </a:r>
          </a:p>
          <a:p>
            <a:r>
              <a:rPr lang="en-GB" sz="2400"/>
              <a:t>The period for reporting SUSARs by the sponsor to </a:t>
            </a:r>
            <a:r>
              <a:rPr lang="en-GB" sz="2400" err="1"/>
              <a:t>Eudravigilance</a:t>
            </a:r>
            <a:r>
              <a:rPr lang="en-GB" sz="2400"/>
              <a:t> is:</a:t>
            </a:r>
          </a:p>
          <a:p>
            <a:r>
              <a:rPr lang="en-GB" sz="2400"/>
              <a:t>Fatal or life-threatening SUSARs as soon as possible but no later than 7 days after the sponsor become aware of the reaction. The sponsor shall submit a completed report within an additional eight days.</a:t>
            </a:r>
          </a:p>
          <a:p>
            <a:r>
              <a:rPr lang="en-GB" sz="2400"/>
              <a:t>Non-fatal or non-life threatening SUSARs as soon as possible but no later than 15 days after the sponsor become aware of the reaction.</a:t>
            </a:r>
          </a:p>
          <a:p>
            <a:r>
              <a:rPr lang="en-GB" sz="2400"/>
              <a:t>SUSARs initially considered as non-fatal or non-life threatening but turn out to be fatal or life-threatening must be reported as soon as possible but no later than 7 days after the sponsor become aware of the reaction being fatal or life-threatening.</a:t>
            </a:r>
          </a:p>
        </p:txBody>
      </p:sp>
      <p:pic>
        <p:nvPicPr>
          <p:cNvPr id="4" name="Picture 3">
            <a:extLst>
              <a:ext uri="{FF2B5EF4-FFF2-40B4-BE49-F238E27FC236}">
                <a16:creationId xmlns:a16="http://schemas.microsoft.com/office/drawing/2014/main" id="{5243372B-D678-0DD3-6DB2-18960DABB645}"/>
              </a:ext>
            </a:extLst>
          </p:cNvPr>
          <p:cNvPicPr>
            <a:picLocks noChangeAspect="1"/>
          </p:cNvPicPr>
          <p:nvPr/>
        </p:nvPicPr>
        <p:blipFill>
          <a:blip r:embed="rId2"/>
          <a:stretch>
            <a:fillRect/>
          </a:stretch>
        </p:blipFill>
        <p:spPr>
          <a:xfrm>
            <a:off x="10182225" y="5772150"/>
            <a:ext cx="2111220" cy="1085850"/>
          </a:xfrm>
          <a:prstGeom prst="rect">
            <a:avLst/>
          </a:prstGeom>
        </p:spPr>
      </p:pic>
    </p:spTree>
    <p:extLst>
      <p:ext uri="{BB962C8B-B14F-4D97-AF65-F5344CB8AC3E}">
        <p14:creationId xmlns:p14="http://schemas.microsoft.com/office/powerpoint/2010/main" val="786976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4591D-DAEE-AAC3-8754-A8550CBAD826}"/>
              </a:ext>
            </a:extLst>
          </p:cNvPr>
          <p:cNvSpPr>
            <a:spLocks noGrp="1"/>
          </p:cNvSpPr>
          <p:nvPr>
            <p:ph type="title"/>
          </p:nvPr>
        </p:nvSpPr>
        <p:spPr/>
        <p:txBody>
          <a:bodyPr/>
          <a:lstStyle/>
          <a:p>
            <a:pPr marL="228600" marR="0" lvl="0" indent="-228600" algn="ctr" defTabSz="914400" rtl="0" eaLnBrk="1" fontAlgn="auto" latinLnBrk="0" hangingPunct="1">
              <a:lnSpc>
                <a:spcPct val="90000"/>
              </a:lnSpc>
              <a:spcBef>
                <a:spcPts val="1000"/>
              </a:spcBef>
              <a:spcAft>
                <a:spcPts val="0"/>
              </a:spcAft>
              <a:tabLst/>
              <a:defRPr/>
            </a:pPr>
            <a:r>
              <a:rPr kumimoji="0" lang="en-GB" sz="2600" b="1" i="0" u="none" strike="noStrike" kern="1200" cap="none" spc="0" normalizeH="0" baseline="0" noProof="0">
                <a:ln>
                  <a:noFill/>
                </a:ln>
                <a:solidFill>
                  <a:prstClr val="black"/>
                </a:solidFill>
                <a:effectLst/>
                <a:uLnTx/>
                <a:uFillTx/>
                <a:latin typeface="Calibri" panose="020F0502020204030204"/>
                <a:ea typeface="+mn-ea"/>
                <a:cs typeface="+mn-cs"/>
              </a:rPr>
              <a:t>Adverse Event of Special Interest (AESI)</a:t>
            </a:r>
            <a:br>
              <a:rPr kumimoji="0" lang="en-GB" sz="2600" b="0" i="0" u="none" strike="noStrike" kern="1200" cap="none" spc="0" normalizeH="0" baseline="0" noProof="0">
                <a:ln>
                  <a:noFill/>
                </a:ln>
                <a:solidFill>
                  <a:prstClr val="black"/>
                </a:solidFill>
                <a:effectLst/>
                <a:uLnTx/>
                <a:uFillTx/>
                <a:latin typeface="Calibri" panose="020F0502020204030204"/>
                <a:ea typeface="+mn-ea"/>
                <a:cs typeface="+mn-cs"/>
              </a:rPr>
            </a:br>
            <a:endParaRPr lang="en-GB"/>
          </a:p>
        </p:txBody>
      </p:sp>
      <p:sp>
        <p:nvSpPr>
          <p:cNvPr id="3" name="Content Placeholder 2">
            <a:extLst>
              <a:ext uri="{FF2B5EF4-FFF2-40B4-BE49-F238E27FC236}">
                <a16:creationId xmlns:a16="http://schemas.microsoft.com/office/drawing/2014/main" id="{745EAF5C-566C-3DBC-2F1F-E7266523F5D5}"/>
              </a:ext>
            </a:extLst>
          </p:cNvPr>
          <p:cNvSpPr>
            <a:spLocks noGrp="1"/>
          </p:cNvSpPr>
          <p:nvPr>
            <p:ph idx="1"/>
          </p:nvPr>
        </p:nvSpPr>
        <p:spPr/>
        <p:txBody>
          <a:bodyPr>
            <a:normAutofit/>
          </a:bodyPr>
          <a:lstStyle/>
          <a:p>
            <a:r>
              <a:rPr lang="en-GB" sz="3200"/>
              <a:t> An adverse event of special interest (AESI) (serious or non-serious) is one of scientific and medical concern specific to the sponsor's product or programme, for which ongoing monitoring and rapid communication by the investigator to the sponsor could be appropriate. </a:t>
            </a:r>
          </a:p>
          <a:p>
            <a:r>
              <a:rPr lang="en-GB" sz="3200"/>
              <a:t>May have a special form for reporting</a:t>
            </a:r>
          </a:p>
          <a:p>
            <a:r>
              <a:rPr lang="en-GB" sz="3200"/>
              <a:t>Or reported via </a:t>
            </a:r>
            <a:r>
              <a:rPr lang="en-GB" sz="3200" err="1"/>
              <a:t>eCFR</a:t>
            </a:r>
            <a:endParaRPr lang="en-GB" sz="3200"/>
          </a:p>
        </p:txBody>
      </p:sp>
      <p:pic>
        <p:nvPicPr>
          <p:cNvPr id="4" name="Picture 3">
            <a:extLst>
              <a:ext uri="{FF2B5EF4-FFF2-40B4-BE49-F238E27FC236}">
                <a16:creationId xmlns:a16="http://schemas.microsoft.com/office/drawing/2014/main" id="{08E1E544-ADC6-4CFE-74F6-1235B3244DA3}"/>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851239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D2F7-1C39-3BE8-1A24-1FE3EFB2F2BB}"/>
              </a:ext>
            </a:extLst>
          </p:cNvPr>
          <p:cNvSpPr>
            <a:spLocks noGrp="1"/>
          </p:cNvSpPr>
          <p:nvPr>
            <p:ph type="title"/>
          </p:nvPr>
        </p:nvSpPr>
        <p:spPr/>
        <p:txBody>
          <a:bodyPr/>
          <a:lstStyle/>
          <a:p>
            <a:pPr algn="ctr"/>
            <a:r>
              <a:rPr lang="en-GB" b="1"/>
              <a:t>Serious Breach</a:t>
            </a:r>
            <a:br>
              <a:rPr lang="en-GB"/>
            </a:br>
            <a:endParaRPr lang="en-GB"/>
          </a:p>
        </p:txBody>
      </p:sp>
      <p:sp>
        <p:nvSpPr>
          <p:cNvPr id="3" name="Content Placeholder 2">
            <a:extLst>
              <a:ext uri="{FF2B5EF4-FFF2-40B4-BE49-F238E27FC236}">
                <a16:creationId xmlns:a16="http://schemas.microsoft.com/office/drawing/2014/main" id="{AF302BBE-C906-9984-9B8D-33A37241E19C}"/>
              </a:ext>
            </a:extLst>
          </p:cNvPr>
          <p:cNvSpPr>
            <a:spLocks noGrp="1"/>
          </p:cNvSpPr>
          <p:nvPr>
            <p:ph idx="1"/>
          </p:nvPr>
        </p:nvSpPr>
        <p:spPr/>
        <p:txBody>
          <a:bodyPr/>
          <a:lstStyle/>
          <a:p>
            <a:r>
              <a:rPr lang="en-GB"/>
              <a:t> A breach that is likely to affect to a significant degree: </a:t>
            </a:r>
          </a:p>
          <a:p>
            <a:r>
              <a:rPr lang="en-GB"/>
              <a:t>the safety or physical integrity of the participants; </a:t>
            </a:r>
          </a:p>
          <a:p>
            <a:r>
              <a:rPr lang="en-GB"/>
              <a:t>or mental integrity of the participants; </a:t>
            </a:r>
          </a:p>
          <a:p>
            <a:r>
              <a:rPr lang="en-GB"/>
              <a:t>or the scientific value of the trial</a:t>
            </a:r>
          </a:p>
          <a:p>
            <a:r>
              <a:rPr lang="en-GB"/>
              <a:t>The breach and follow up with a written notification within 7 days of the Sponsor becoming aware of the breach</a:t>
            </a:r>
          </a:p>
        </p:txBody>
      </p:sp>
      <p:pic>
        <p:nvPicPr>
          <p:cNvPr id="4" name="Picture 3">
            <a:extLst>
              <a:ext uri="{FF2B5EF4-FFF2-40B4-BE49-F238E27FC236}">
                <a16:creationId xmlns:a16="http://schemas.microsoft.com/office/drawing/2014/main" id="{4351BA00-1B28-C7FB-1D87-62373E8E512F}"/>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652018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D400C-BA9A-7832-8939-0C1F94116675}"/>
              </a:ext>
            </a:extLst>
          </p:cNvPr>
          <p:cNvSpPr>
            <a:spLocks noGrp="1"/>
          </p:cNvSpPr>
          <p:nvPr>
            <p:ph type="title"/>
          </p:nvPr>
        </p:nvSpPr>
        <p:spPr/>
        <p:txBody>
          <a:bodyPr/>
          <a:lstStyle/>
          <a:p>
            <a:pPr algn="ctr"/>
            <a:r>
              <a:rPr lang="en-GB" b="1"/>
              <a:t>Pregnancy in clinical Trial</a:t>
            </a:r>
            <a:br>
              <a:rPr lang="en-GB"/>
            </a:br>
            <a:endParaRPr lang="en-GB"/>
          </a:p>
        </p:txBody>
      </p:sp>
      <p:sp>
        <p:nvSpPr>
          <p:cNvPr id="3" name="Content Placeholder 2">
            <a:extLst>
              <a:ext uri="{FF2B5EF4-FFF2-40B4-BE49-F238E27FC236}">
                <a16:creationId xmlns:a16="http://schemas.microsoft.com/office/drawing/2014/main" id="{AF19BE4D-C891-0E1D-3D39-DF2466801172}"/>
              </a:ext>
            </a:extLst>
          </p:cNvPr>
          <p:cNvSpPr>
            <a:spLocks noGrp="1"/>
          </p:cNvSpPr>
          <p:nvPr>
            <p:ph idx="1"/>
          </p:nvPr>
        </p:nvSpPr>
        <p:spPr/>
        <p:txBody>
          <a:bodyPr/>
          <a:lstStyle/>
          <a:p>
            <a:r>
              <a:rPr lang="en-GB"/>
              <a:t>An exclusion Criteria in clinical trial</a:t>
            </a:r>
          </a:p>
          <a:p>
            <a:r>
              <a:rPr lang="en-GB"/>
              <a:t>Effective Contraception used as per protocol</a:t>
            </a:r>
          </a:p>
          <a:p>
            <a:r>
              <a:rPr lang="en-GB"/>
              <a:t>Regular testing as per protocol</a:t>
            </a:r>
          </a:p>
          <a:p>
            <a:r>
              <a:rPr lang="en-GB"/>
              <a:t>Not an S(AE) </a:t>
            </a:r>
          </a:p>
          <a:p>
            <a:r>
              <a:rPr lang="en-GB"/>
              <a:t>Reported using special form</a:t>
            </a:r>
          </a:p>
          <a:p>
            <a:r>
              <a:rPr lang="en-GB"/>
              <a:t>Conditions during pregnancy can be AE/SAE</a:t>
            </a:r>
          </a:p>
          <a:p>
            <a:r>
              <a:rPr lang="en-GB"/>
              <a:t>Most be followed up by PI till birth and baby infancy</a:t>
            </a:r>
          </a:p>
          <a:p>
            <a:endParaRPr lang="en-GB"/>
          </a:p>
          <a:p>
            <a:endParaRPr lang="en-GB"/>
          </a:p>
        </p:txBody>
      </p:sp>
      <p:pic>
        <p:nvPicPr>
          <p:cNvPr id="4" name="Picture 3">
            <a:extLst>
              <a:ext uri="{FF2B5EF4-FFF2-40B4-BE49-F238E27FC236}">
                <a16:creationId xmlns:a16="http://schemas.microsoft.com/office/drawing/2014/main" id="{42F2B9FB-FDB2-A28A-C4E9-0A7A477814E6}"/>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756435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2CE36-54A4-4273-DAE9-4F7C8AB8FF3E}"/>
              </a:ext>
            </a:extLst>
          </p:cNvPr>
          <p:cNvSpPr>
            <a:spLocks noGrp="1"/>
          </p:cNvSpPr>
          <p:nvPr>
            <p:ph type="title"/>
          </p:nvPr>
        </p:nvSpPr>
        <p:spPr/>
        <p:txBody>
          <a:bodyPr/>
          <a:lstStyle/>
          <a:p>
            <a:pPr algn="ctr"/>
            <a:r>
              <a:rPr lang="en-GB" b="1"/>
              <a:t>Protocol Deviation (PD) </a:t>
            </a:r>
            <a:br>
              <a:rPr lang="en-GB"/>
            </a:br>
            <a:endParaRPr lang="en-GB"/>
          </a:p>
        </p:txBody>
      </p:sp>
      <p:sp>
        <p:nvSpPr>
          <p:cNvPr id="3" name="Content Placeholder 2">
            <a:extLst>
              <a:ext uri="{FF2B5EF4-FFF2-40B4-BE49-F238E27FC236}">
                <a16:creationId xmlns:a16="http://schemas.microsoft.com/office/drawing/2014/main" id="{D9FB54BD-61E0-6EBF-5DF6-8D66B4F5B6D6}"/>
              </a:ext>
            </a:extLst>
          </p:cNvPr>
          <p:cNvSpPr>
            <a:spLocks noGrp="1"/>
          </p:cNvSpPr>
          <p:nvPr>
            <p:ph idx="1"/>
          </p:nvPr>
        </p:nvSpPr>
        <p:spPr/>
        <p:txBody>
          <a:bodyPr>
            <a:normAutofit lnSpcReduction="10000"/>
          </a:bodyPr>
          <a:lstStyle/>
          <a:p>
            <a:r>
              <a:rPr lang="en-GB"/>
              <a:t>Any deviation from the protocol</a:t>
            </a:r>
          </a:p>
          <a:p>
            <a:r>
              <a:rPr lang="en-GB"/>
              <a:t>2 types </a:t>
            </a:r>
          </a:p>
          <a:p>
            <a:r>
              <a:rPr lang="en-GB"/>
              <a:t>Minor PD: Doesn’t Increase the risk or decrease the benefit to the patient. Doesn’t significantly affect the subject’s rights, safety or welfare and/or the integrity of the research data.</a:t>
            </a:r>
          </a:p>
          <a:p>
            <a:r>
              <a:rPr lang="en-GB"/>
              <a:t>Major PD/Critical/Important: Increase the risk or decrease the benefit to the patient. Significantly affect the subject’s rights, safety or welfare and/or the integrity of the research data.</a:t>
            </a:r>
          </a:p>
          <a:p>
            <a:r>
              <a:rPr lang="en-GB"/>
              <a:t>Must be recorded in PD log</a:t>
            </a:r>
          </a:p>
          <a:p>
            <a:r>
              <a:rPr lang="en-GB"/>
              <a:t>PD log must be acknowledged and signed and dated by PI</a:t>
            </a:r>
          </a:p>
        </p:txBody>
      </p:sp>
      <p:pic>
        <p:nvPicPr>
          <p:cNvPr id="4" name="Picture 3">
            <a:extLst>
              <a:ext uri="{FF2B5EF4-FFF2-40B4-BE49-F238E27FC236}">
                <a16:creationId xmlns:a16="http://schemas.microsoft.com/office/drawing/2014/main" id="{73C18304-EF55-5B25-5845-BC77CC4DF446}"/>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139204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8DE7-056C-131C-BA0F-0ECD6C9A1C45}"/>
              </a:ext>
            </a:extLst>
          </p:cNvPr>
          <p:cNvSpPr>
            <a:spLocks noGrp="1"/>
          </p:cNvSpPr>
          <p:nvPr>
            <p:ph type="title"/>
          </p:nvPr>
        </p:nvSpPr>
        <p:spPr/>
        <p:txBody>
          <a:bodyPr/>
          <a:lstStyle/>
          <a:p>
            <a:pPr algn="ctr"/>
            <a:r>
              <a:rPr lang="en-GB" b="1"/>
              <a:t>Noncompliance (NC)</a:t>
            </a:r>
          </a:p>
        </p:txBody>
      </p:sp>
      <p:sp>
        <p:nvSpPr>
          <p:cNvPr id="3" name="Content Placeholder 2">
            <a:extLst>
              <a:ext uri="{FF2B5EF4-FFF2-40B4-BE49-F238E27FC236}">
                <a16:creationId xmlns:a16="http://schemas.microsoft.com/office/drawing/2014/main" id="{3B5C796E-34D4-054B-526E-2878CE1B4135}"/>
              </a:ext>
            </a:extLst>
          </p:cNvPr>
          <p:cNvSpPr>
            <a:spLocks noGrp="1"/>
          </p:cNvSpPr>
          <p:nvPr>
            <p:ph idx="1"/>
          </p:nvPr>
        </p:nvSpPr>
        <p:spPr/>
        <p:txBody>
          <a:bodyPr/>
          <a:lstStyle/>
          <a:p>
            <a:r>
              <a:rPr lang="en-GB"/>
              <a:t>Any action or activity associated with the conduct or oversight of research involving human participants that fails to comply with the research plan as approved by Project Team</a:t>
            </a:r>
          </a:p>
          <a:p>
            <a:r>
              <a:rPr lang="en-GB"/>
              <a:t>Or a designated IRB, </a:t>
            </a:r>
          </a:p>
          <a:p>
            <a:r>
              <a:rPr lang="en-GB"/>
              <a:t>Or federal regulations </a:t>
            </a:r>
          </a:p>
          <a:p>
            <a:r>
              <a:rPr lang="en-GB"/>
              <a:t>Or institutional policies governing such research</a:t>
            </a:r>
          </a:p>
          <a:p>
            <a:r>
              <a:rPr lang="en-GB"/>
              <a:t>Must be recorded in non-compliance log</a:t>
            </a:r>
          </a:p>
          <a:p>
            <a:r>
              <a:rPr lang="en-GB"/>
              <a:t>Must be acknowledged, signed and dated by PI</a:t>
            </a:r>
          </a:p>
        </p:txBody>
      </p:sp>
      <p:pic>
        <p:nvPicPr>
          <p:cNvPr id="4" name="Picture 3">
            <a:extLst>
              <a:ext uri="{FF2B5EF4-FFF2-40B4-BE49-F238E27FC236}">
                <a16:creationId xmlns:a16="http://schemas.microsoft.com/office/drawing/2014/main" id="{7C50880B-83B0-B995-4EFF-61B2378A1BD2}"/>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924146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2D7A-3770-3E72-FA86-A72D23545F63}"/>
              </a:ext>
            </a:extLst>
          </p:cNvPr>
          <p:cNvSpPr>
            <a:spLocks noGrp="1"/>
          </p:cNvSpPr>
          <p:nvPr>
            <p:ph type="title"/>
          </p:nvPr>
        </p:nvSpPr>
        <p:spPr/>
        <p:txBody>
          <a:bodyPr/>
          <a:lstStyle/>
          <a:p>
            <a:pPr algn="ctr"/>
            <a:r>
              <a:rPr lang="en-GB" b="1"/>
              <a:t>Quality Issues </a:t>
            </a:r>
          </a:p>
        </p:txBody>
      </p:sp>
      <p:sp>
        <p:nvSpPr>
          <p:cNvPr id="3" name="Content Placeholder 2">
            <a:extLst>
              <a:ext uri="{FF2B5EF4-FFF2-40B4-BE49-F238E27FC236}">
                <a16:creationId xmlns:a16="http://schemas.microsoft.com/office/drawing/2014/main" id="{F5D32F02-F35D-CA27-E586-B256576139A2}"/>
              </a:ext>
            </a:extLst>
          </p:cNvPr>
          <p:cNvSpPr>
            <a:spLocks noGrp="1"/>
          </p:cNvSpPr>
          <p:nvPr>
            <p:ph idx="1"/>
          </p:nvPr>
        </p:nvSpPr>
        <p:spPr/>
        <p:txBody>
          <a:bodyPr>
            <a:normAutofit fontScale="92500" lnSpcReduction="10000"/>
          </a:bodyPr>
          <a:lstStyle/>
          <a:p>
            <a:r>
              <a:rPr lang="en-GB"/>
              <a:t>Data quality issues in clinical trials can be caused by a variety of behaviours including fraud, misconduct, intentional or unintentional noncompliance, and significant carelessness. </a:t>
            </a:r>
          </a:p>
          <a:p>
            <a:r>
              <a:rPr lang="en-GB"/>
              <a:t>Regardless of how these behaviours are defined, they may compromise the validity of the study results. </a:t>
            </a:r>
          </a:p>
          <a:p>
            <a:r>
              <a:rPr lang="en-GB"/>
              <a:t>Reliable study results and quality data are needed to evaluate products for marketing approval and for decisions that are made on the use of medicine. </a:t>
            </a:r>
          </a:p>
          <a:p>
            <a:r>
              <a:rPr lang="en-GB"/>
              <a:t>Early detection of data quality issues are important so that corrective actions taken can be implemented during the conduct of the trial, recurrence can be prevented, and data quality can be preserved.</a:t>
            </a:r>
          </a:p>
        </p:txBody>
      </p:sp>
      <p:pic>
        <p:nvPicPr>
          <p:cNvPr id="4" name="Picture 3">
            <a:extLst>
              <a:ext uri="{FF2B5EF4-FFF2-40B4-BE49-F238E27FC236}">
                <a16:creationId xmlns:a16="http://schemas.microsoft.com/office/drawing/2014/main" id="{51EE2E6E-60AC-58BE-7D13-632DEBC9945F}"/>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652250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C468-FD20-7A92-E392-8605A5B3B3B4}"/>
              </a:ext>
            </a:extLst>
          </p:cNvPr>
          <p:cNvSpPr>
            <a:spLocks noGrp="1"/>
          </p:cNvSpPr>
          <p:nvPr>
            <p:ph type="title"/>
          </p:nvPr>
        </p:nvSpPr>
        <p:spPr/>
        <p:txBody>
          <a:bodyPr/>
          <a:lstStyle/>
          <a:p>
            <a:pPr algn="ctr"/>
            <a:r>
              <a:rPr lang="en-GB" b="1"/>
              <a:t>Corrective Action Preventive Action</a:t>
            </a:r>
          </a:p>
        </p:txBody>
      </p:sp>
      <p:sp>
        <p:nvSpPr>
          <p:cNvPr id="3" name="Content Placeholder 2">
            <a:extLst>
              <a:ext uri="{FF2B5EF4-FFF2-40B4-BE49-F238E27FC236}">
                <a16:creationId xmlns:a16="http://schemas.microsoft.com/office/drawing/2014/main" id="{69CCD702-56A3-D0EC-DDA5-A6BE75DD3B8E}"/>
              </a:ext>
            </a:extLst>
          </p:cNvPr>
          <p:cNvSpPr>
            <a:spLocks noGrp="1"/>
          </p:cNvSpPr>
          <p:nvPr>
            <p:ph idx="1"/>
          </p:nvPr>
        </p:nvSpPr>
        <p:spPr>
          <a:xfrm>
            <a:off x="838200" y="1314450"/>
            <a:ext cx="10515600" cy="4862513"/>
          </a:xfrm>
        </p:spPr>
        <p:txBody>
          <a:bodyPr>
            <a:normAutofit fontScale="92500" lnSpcReduction="20000"/>
          </a:bodyPr>
          <a:lstStyle/>
          <a:p>
            <a:r>
              <a:rPr lang="en-GB"/>
              <a:t>CAPA (Corrective and Preventive Action) is a quality system plan which aims to resolve compliance issues and to prevent any further recurrences. A CAPA plan is crucial to a clinical trial as it helps keep trial participants safe and protects their rights. It also prevents the study data from being compromised. </a:t>
            </a:r>
          </a:p>
          <a:p>
            <a:r>
              <a:rPr lang="en-GB"/>
              <a:t>CAPA processes include:  </a:t>
            </a:r>
          </a:p>
          <a:p>
            <a:pPr>
              <a:buFont typeface="Wingdings" panose="05000000000000000000" pitchFamily="2" charset="2"/>
              <a:buChar char="Ø"/>
            </a:pPr>
            <a:r>
              <a:rPr lang="en-GB"/>
              <a:t>Identifying a potential issue </a:t>
            </a:r>
          </a:p>
          <a:p>
            <a:pPr>
              <a:buFont typeface="Wingdings" panose="05000000000000000000" pitchFamily="2" charset="2"/>
              <a:buChar char="Ø"/>
            </a:pPr>
            <a:r>
              <a:rPr lang="en-GB"/>
              <a:t>Identifying the root cause of the issue </a:t>
            </a:r>
          </a:p>
          <a:p>
            <a:pPr>
              <a:buFont typeface="Wingdings" panose="05000000000000000000" pitchFamily="2" charset="2"/>
              <a:buChar char="Ø"/>
            </a:pPr>
            <a:r>
              <a:rPr lang="en-GB"/>
              <a:t>Identifying actions to prevent the recurrence of the issue (Corrective Action) and identifying actions to prevent a problem from occurring (Preventive Action)</a:t>
            </a:r>
          </a:p>
          <a:p>
            <a:pPr>
              <a:buFont typeface="Wingdings" panose="05000000000000000000" pitchFamily="2" charset="2"/>
              <a:buChar char="Ø"/>
            </a:pPr>
            <a:r>
              <a:rPr lang="en-GB"/>
              <a:t>Documenting that the Corrective and Preventive Actions were carried out</a:t>
            </a:r>
          </a:p>
          <a:p>
            <a:pPr>
              <a:buFont typeface="Wingdings" panose="05000000000000000000" pitchFamily="2" charset="2"/>
              <a:buChar char="Ø"/>
            </a:pPr>
            <a:r>
              <a:rPr lang="en-GB"/>
              <a:t>Documenting that the Corrective and Preventive Actions has resolved the issue(s) </a:t>
            </a:r>
          </a:p>
        </p:txBody>
      </p:sp>
      <p:pic>
        <p:nvPicPr>
          <p:cNvPr id="4" name="Picture 3">
            <a:extLst>
              <a:ext uri="{FF2B5EF4-FFF2-40B4-BE49-F238E27FC236}">
                <a16:creationId xmlns:a16="http://schemas.microsoft.com/office/drawing/2014/main" id="{D79F372A-15D2-108A-AE64-260126AB1B7D}"/>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923468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6312-ED5C-BBBB-4EC1-0AC875EDEBCE}"/>
              </a:ext>
            </a:extLst>
          </p:cNvPr>
          <p:cNvSpPr>
            <a:spLocks noGrp="1"/>
          </p:cNvSpPr>
          <p:nvPr>
            <p:ph type="title"/>
          </p:nvPr>
        </p:nvSpPr>
        <p:spPr/>
        <p:txBody>
          <a:bodyPr/>
          <a:lstStyle/>
          <a:p>
            <a:pPr algn="ctr"/>
            <a:r>
              <a:rPr lang="en-GB" b="1"/>
              <a:t>Action Item (AI)</a:t>
            </a:r>
            <a:br>
              <a:rPr lang="en-GB"/>
            </a:br>
            <a:endParaRPr lang="en-GB"/>
          </a:p>
        </p:txBody>
      </p:sp>
      <p:sp>
        <p:nvSpPr>
          <p:cNvPr id="3" name="Content Placeholder 2">
            <a:extLst>
              <a:ext uri="{FF2B5EF4-FFF2-40B4-BE49-F238E27FC236}">
                <a16:creationId xmlns:a16="http://schemas.microsoft.com/office/drawing/2014/main" id="{AE557EA3-E51C-B4EC-D3EB-09909F4BA776}"/>
              </a:ext>
            </a:extLst>
          </p:cNvPr>
          <p:cNvSpPr>
            <a:spLocks noGrp="1"/>
          </p:cNvSpPr>
          <p:nvPr>
            <p:ph idx="1"/>
          </p:nvPr>
        </p:nvSpPr>
        <p:spPr/>
        <p:txBody>
          <a:bodyPr/>
          <a:lstStyle/>
          <a:p>
            <a:r>
              <a:rPr lang="en-GB"/>
              <a:t>Actions required to be taken by CRA or Site personnel to resolve a need</a:t>
            </a:r>
          </a:p>
          <a:p>
            <a:r>
              <a:rPr lang="en-GB"/>
              <a:t>Created by CRA</a:t>
            </a:r>
          </a:p>
          <a:p>
            <a:r>
              <a:rPr lang="en-GB"/>
              <a:t>Mostly after site visit, during report writing </a:t>
            </a:r>
          </a:p>
          <a:p>
            <a:r>
              <a:rPr lang="en-GB"/>
              <a:t>Must be closed once the need is resolved</a:t>
            </a:r>
          </a:p>
          <a:p>
            <a:r>
              <a:rPr lang="en-GB"/>
              <a:t>There is timeline for closing AI</a:t>
            </a:r>
          </a:p>
          <a:p>
            <a:r>
              <a:rPr lang="en-GB"/>
              <a:t>Count as part of CRA metrics </a:t>
            </a:r>
          </a:p>
        </p:txBody>
      </p:sp>
      <p:pic>
        <p:nvPicPr>
          <p:cNvPr id="4" name="Picture 3">
            <a:extLst>
              <a:ext uri="{FF2B5EF4-FFF2-40B4-BE49-F238E27FC236}">
                <a16:creationId xmlns:a16="http://schemas.microsoft.com/office/drawing/2014/main" id="{7B7BA621-9CF4-CCB8-18C1-285E691920AB}"/>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03925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551BD-4332-374D-D1BA-E6F7B7EE6852}"/>
              </a:ext>
            </a:extLst>
          </p:cNvPr>
          <p:cNvSpPr>
            <a:spLocks noGrp="1"/>
          </p:cNvSpPr>
          <p:nvPr>
            <p:ph type="title"/>
          </p:nvPr>
        </p:nvSpPr>
        <p:spPr/>
        <p:txBody>
          <a:bodyPr/>
          <a:lstStyle/>
          <a:p>
            <a:pPr algn="ctr"/>
            <a:r>
              <a:rPr lang="en-GB" b="1"/>
              <a:t>Query</a:t>
            </a:r>
            <a:br>
              <a:rPr lang="en-GB"/>
            </a:br>
            <a:endParaRPr lang="en-GB"/>
          </a:p>
        </p:txBody>
      </p:sp>
      <p:sp>
        <p:nvSpPr>
          <p:cNvPr id="3" name="Content Placeholder 2">
            <a:extLst>
              <a:ext uri="{FF2B5EF4-FFF2-40B4-BE49-F238E27FC236}">
                <a16:creationId xmlns:a16="http://schemas.microsoft.com/office/drawing/2014/main" id="{5D4C2A2C-5F4C-7372-94CE-8D328AAEFB20}"/>
              </a:ext>
            </a:extLst>
          </p:cNvPr>
          <p:cNvSpPr>
            <a:spLocks noGrp="1"/>
          </p:cNvSpPr>
          <p:nvPr>
            <p:ph idx="1"/>
          </p:nvPr>
        </p:nvSpPr>
        <p:spPr/>
        <p:txBody>
          <a:bodyPr/>
          <a:lstStyle/>
          <a:p>
            <a:r>
              <a:rPr lang="en-GB"/>
              <a:t>Created in EDC by CRA/DM/system to site, to correct information in EDC</a:t>
            </a:r>
          </a:p>
          <a:p>
            <a:r>
              <a:rPr lang="en-GB"/>
              <a:t>Site to resolve and close the queries in EDC</a:t>
            </a:r>
          </a:p>
          <a:p>
            <a:r>
              <a:rPr lang="en-GB"/>
              <a:t>In a timely Manner </a:t>
            </a:r>
          </a:p>
          <a:p>
            <a:r>
              <a:rPr lang="en-GB"/>
              <a:t>Counts as CRA metrics </a:t>
            </a:r>
          </a:p>
          <a:p>
            <a:r>
              <a:rPr lang="en-GB"/>
              <a:t>CRAs follows up with site personnel to close queries and Ais</a:t>
            </a:r>
          </a:p>
          <a:p>
            <a:r>
              <a:rPr lang="en-GB"/>
              <a:t>During RMV and in-between visit</a:t>
            </a:r>
          </a:p>
        </p:txBody>
      </p:sp>
      <p:pic>
        <p:nvPicPr>
          <p:cNvPr id="4" name="Picture 3">
            <a:extLst>
              <a:ext uri="{FF2B5EF4-FFF2-40B4-BE49-F238E27FC236}">
                <a16:creationId xmlns:a16="http://schemas.microsoft.com/office/drawing/2014/main" id="{E2A69C03-D3A8-6D78-2639-BE86C7967273}"/>
              </a:ext>
            </a:extLst>
          </p:cNvPr>
          <p:cNvPicPr>
            <a:picLocks noChangeAspect="1"/>
          </p:cNvPicPr>
          <p:nvPr/>
        </p:nvPicPr>
        <p:blipFill>
          <a:blip r:embed="rId2"/>
          <a:stretch>
            <a:fillRect/>
          </a:stretch>
        </p:blipFill>
        <p:spPr>
          <a:xfrm>
            <a:off x="9893609" y="5741874"/>
            <a:ext cx="2298391" cy="1140051"/>
          </a:xfrm>
          <a:prstGeom prst="rect">
            <a:avLst/>
          </a:prstGeom>
        </p:spPr>
      </p:pic>
    </p:spTree>
    <p:extLst>
      <p:ext uri="{BB962C8B-B14F-4D97-AF65-F5344CB8AC3E}">
        <p14:creationId xmlns:p14="http://schemas.microsoft.com/office/powerpoint/2010/main" val="15491077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8E882-1874-8D50-B26D-DBA6152A5FDD}"/>
              </a:ext>
            </a:extLst>
          </p:cNvPr>
          <p:cNvSpPr>
            <a:spLocks noGrp="1"/>
          </p:cNvSpPr>
          <p:nvPr>
            <p:ph type="title"/>
          </p:nvPr>
        </p:nvSpPr>
        <p:spPr/>
        <p:txBody>
          <a:bodyPr/>
          <a:lstStyle/>
          <a:p>
            <a:pPr algn="ctr"/>
            <a:r>
              <a:rPr lang="en-GB" b="1"/>
              <a:t>Note to File (NTF)</a:t>
            </a:r>
          </a:p>
        </p:txBody>
      </p:sp>
      <p:sp>
        <p:nvSpPr>
          <p:cNvPr id="3" name="Content Placeholder 2">
            <a:extLst>
              <a:ext uri="{FF2B5EF4-FFF2-40B4-BE49-F238E27FC236}">
                <a16:creationId xmlns:a16="http://schemas.microsoft.com/office/drawing/2014/main" id="{4BCEB632-F310-7047-8CEE-8BC44D961085}"/>
              </a:ext>
            </a:extLst>
          </p:cNvPr>
          <p:cNvSpPr>
            <a:spLocks noGrp="1"/>
          </p:cNvSpPr>
          <p:nvPr>
            <p:ph idx="1"/>
          </p:nvPr>
        </p:nvSpPr>
        <p:spPr/>
        <p:txBody>
          <a:bodyPr>
            <a:normAutofit fontScale="92500" lnSpcReduction="20000"/>
          </a:bodyPr>
          <a:lstStyle/>
          <a:p>
            <a:r>
              <a:rPr lang="en-GB"/>
              <a:t>Explain gaps or discrepancies in trial processes </a:t>
            </a:r>
          </a:p>
          <a:p>
            <a:r>
              <a:rPr lang="en-GB"/>
              <a:t>Must not be used If gaps/discrepancies can be prevented or eliminated </a:t>
            </a:r>
          </a:p>
          <a:p>
            <a:r>
              <a:rPr lang="en-GB" b="0" i="0">
                <a:solidFill>
                  <a:srgbClr val="040C28"/>
                </a:solidFill>
                <a:effectLst/>
              </a:rPr>
              <a:t>provide additional information or clarification when other documentation is unavailable or inadequate elsewhere in the research records</a:t>
            </a:r>
          </a:p>
          <a:p>
            <a:r>
              <a:rPr lang="en-GB" b="0" i="0">
                <a:solidFill>
                  <a:srgbClr val="040C28"/>
                </a:solidFill>
                <a:effectLst/>
              </a:rPr>
              <a:t>Explain clearly and specifically the reason for the error/omission/discrepancy or process/policy it aims to address</a:t>
            </a:r>
            <a:r>
              <a:rPr lang="en-GB" b="0" i="0">
                <a:solidFill>
                  <a:srgbClr val="4D5156"/>
                </a:solidFill>
                <a:effectLst/>
              </a:rPr>
              <a:t>. </a:t>
            </a:r>
            <a:endParaRPr lang="en-GB"/>
          </a:p>
          <a:p>
            <a:r>
              <a:rPr lang="en-GB"/>
              <a:t>Consider filing an explanation in an email conversation instead of NTF </a:t>
            </a:r>
          </a:p>
          <a:p>
            <a:r>
              <a:rPr lang="en-GB"/>
              <a:t>Last option </a:t>
            </a:r>
          </a:p>
          <a:p>
            <a:r>
              <a:rPr lang="en-GB"/>
              <a:t>Can be used by site or project team (including CRA)</a:t>
            </a:r>
          </a:p>
          <a:p>
            <a:r>
              <a:rPr lang="en-GB"/>
              <a:t>Not a source document </a:t>
            </a:r>
          </a:p>
          <a:p>
            <a:r>
              <a:rPr lang="en-GB"/>
              <a:t>NTF not a panacea (In a Warning Letter dated October 23, 2007)</a:t>
            </a:r>
          </a:p>
          <a:p>
            <a:endParaRPr lang="en-GB"/>
          </a:p>
          <a:p>
            <a:endParaRPr lang="en-GB"/>
          </a:p>
        </p:txBody>
      </p:sp>
      <p:pic>
        <p:nvPicPr>
          <p:cNvPr id="4" name="Picture 3">
            <a:extLst>
              <a:ext uri="{FF2B5EF4-FFF2-40B4-BE49-F238E27FC236}">
                <a16:creationId xmlns:a16="http://schemas.microsoft.com/office/drawing/2014/main" id="{1A03A15A-C32B-5988-4879-0B6A7BA928E3}"/>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1720051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F7AAB-C6D3-F79F-E007-02A05A35BA4F}"/>
              </a:ext>
            </a:extLst>
          </p:cNvPr>
          <p:cNvSpPr>
            <a:spLocks noGrp="1"/>
          </p:cNvSpPr>
          <p:nvPr>
            <p:ph type="title"/>
          </p:nvPr>
        </p:nvSpPr>
        <p:spPr/>
        <p:txBody>
          <a:bodyPr/>
          <a:lstStyle/>
          <a:p>
            <a:pPr algn="ctr"/>
            <a:r>
              <a:rPr lang="en-GB" b="1"/>
              <a:t>ALCOACCEA</a:t>
            </a:r>
          </a:p>
        </p:txBody>
      </p:sp>
      <p:sp>
        <p:nvSpPr>
          <p:cNvPr id="3" name="Content Placeholder 2">
            <a:extLst>
              <a:ext uri="{FF2B5EF4-FFF2-40B4-BE49-F238E27FC236}">
                <a16:creationId xmlns:a16="http://schemas.microsoft.com/office/drawing/2014/main" id="{1C56ED83-D709-13D6-352E-B8775731B3DF}"/>
              </a:ext>
            </a:extLst>
          </p:cNvPr>
          <p:cNvSpPr>
            <a:spLocks noGrp="1"/>
          </p:cNvSpPr>
          <p:nvPr>
            <p:ph idx="1"/>
          </p:nvPr>
        </p:nvSpPr>
        <p:spPr/>
        <p:txBody>
          <a:bodyPr>
            <a:normAutofit lnSpcReduction="10000"/>
          </a:bodyPr>
          <a:lstStyle/>
          <a:p>
            <a:r>
              <a:rPr lang="en-GB"/>
              <a:t>A= Attributable </a:t>
            </a:r>
          </a:p>
          <a:p>
            <a:r>
              <a:rPr lang="en-GB"/>
              <a:t>L= Legible </a:t>
            </a:r>
          </a:p>
          <a:p>
            <a:r>
              <a:rPr lang="en-GB"/>
              <a:t>C= Contemporaneous</a:t>
            </a:r>
          </a:p>
          <a:p>
            <a:r>
              <a:rPr lang="en-GB"/>
              <a:t>O= Original </a:t>
            </a:r>
          </a:p>
          <a:p>
            <a:r>
              <a:rPr lang="en-GB"/>
              <a:t>A= Accurate </a:t>
            </a:r>
          </a:p>
          <a:p>
            <a:r>
              <a:rPr lang="en-GB"/>
              <a:t>C= Complete  </a:t>
            </a:r>
          </a:p>
          <a:p>
            <a:r>
              <a:rPr lang="en-GB"/>
              <a:t>C= Consistent </a:t>
            </a:r>
          </a:p>
          <a:p>
            <a:r>
              <a:rPr lang="en-GB"/>
              <a:t>E= Enduring </a:t>
            </a:r>
          </a:p>
          <a:p>
            <a:r>
              <a:rPr lang="en-GB"/>
              <a:t>A= Available </a:t>
            </a:r>
          </a:p>
        </p:txBody>
      </p:sp>
      <p:pic>
        <p:nvPicPr>
          <p:cNvPr id="4" name="Picture 3">
            <a:extLst>
              <a:ext uri="{FF2B5EF4-FFF2-40B4-BE49-F238E27FC236}">
                <a16:creationId xmlns:a16="http://schemas.microsoft.com/office/drawing/2014/main" id="{FA302012-F40D-A97D-C6F5-B121652E2A39}"/>
              </a:ext>
            </a:extLst>
          </p:cNvPr>
          <p:cNvPicPr>
            <a:picLocks noChangeAspect="1"/>
          </p:cNvPicPr>
          <p:nvPr/>
        </p:nvPicPr>
        <p:blipFill>
          <a:blip r:embed="rId2"/>
          <a:stretch>
            <a:fillRect/>
          </a:stretch>
        </p:blipFill>
        <p:spPr>
          <a:xfrm>
            <a:off x="9893609" y="5708424"/>
            <a:ext cx="2298391" cy="1140051"/>
          </a:xfrm>
          <a:prstGeom prst="rect">
            <a:avLst/>
          </a:prstGeom>
        </p:spPr>
      </p:pic>
    </p:spTree>
    <p:extLst>
      <p:ext uri="{BB962C8B-B14F-4D97-AF65-F5344CB8AC3E}">
        <p14:creationId xmlns:p14="http://schemas.microsoft.com/office/powerpoint/2010/main" val="2417031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59C8-7CAE-EC9F-E943-CA47C4D612ED}"/>
              </a:ext>
            </a:extLst>
          </p:cNvPr>
          <p:cNvSpPr>
            <a:spLocks noGrp="1"/>
          </p:cNvSpPr>
          <p:nvPr>
            <p:ph type="title"/>
          </p:nvPr>
        </p:nvSpPr>
        <p:spPr/>
        <p:txBody>
          <a:bodyPr/>
          <a:lstStyle/>
          <a:p>
            <a:r>
              <a:rPr lang="en-GB" b="1"/>
              <a:t>Example of </a:t>
            </a:r>
            <a:r>
              <a:rPr lang="en-GB" sz="4800" b="1"/>
              <a:t>ALCOACCEA </a:t>
            </a:r>
            <a:r>
              <a:rPr lang="en-GB" b="1"/>
              <a:t>practice </a:t>
            </a:r>
          </a:p>
        </p:txBody>
      </p:sp>
      <p:pic>
        <p:nvPicPr>
          <p:cNvPr id="5" name="Content Placeholder 4" descr="A close-up of a piece of paper&#10;&#10;Description automatically generated">
            <a:extLst>
              <a:ext uri="{FF2B5EF4-FFF2-40B4-BE49-F238E27FC236}">
                <a16:creationId xmlns:a16="http://schemas.microsoft.com/office/drawing/2014/main" id="{D32BA393-83B0-B739-CE84-D6DD3BD6F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23604"/>
            <a:ext cx="7515687" cy="3373514"/>
          </a:xfrm>
        </p:spPr>
      </p:pic>
      <p:pic>
        <p:nvPicPr>
          <p:cNvPr id="6" name="Picture 5">
            <a:extLst>
              <a:ext uri="{FF2B5EF4-FFF2-40B4-BE49-F238E27FC236}">
                <a16:creationId xmlns:a16="http://schemas.microsoft.com/office/drawing/2014/main" id="{6E4CD553-B6B6-6B86-B714-A3110E491EC3}"/>
              </a:ext>
            </a:extLst>
          </p:cNvPr>
          <p:cNvPicPr>
            <a:picLocks noChangeAspect="1"/>
          </p:cNvPicPr>
          <p:nvPr/>
        </p:nvPicPr>
        <p:blipFill>
          <a:blip r:embed="rId3"/>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82225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40FBA-6D12-A858-63A7-BA3B26A5A916}"/>
              </a:ext>
            </a:extLst>
          </p:cNvPr>
          <p:cNvSpPr>
            <a:spLocks noGrp="1"/>
          </p:cNvSpPr>
          <p:nvPr>
            <p:ph type="title"/>
          </p:nvPr>
        </p:nvSpPr>
        <p:spPr/>
        <p:txBody>
          <a:bodyPr/>
          <a:lstStyle/>
          <a:p>
            <a:pPr algn="ctr"/>
            <a:r>
              <a:rPr lang="en-GB" b="1"/>
              <a:t>Audit</a:t>
            </a:r>
            <a:br>
              <a:rPr lang="en-GB"/>
            </a:br>
            <a:endParaRPr lang="en-GB"/>
          </a:p>
        </p:txBody>
      </p:sp>
      <p:sp>
        <p:nvSpPr>
          <p:cNvPr id="3" name="Content Placeholder 2">
            <a:extLst>
              <a:ext uri="{FF2B5EF4-FFF2-40B4-BE49-F238E27FC236}">
                <a16:creationId xmlns:a16="http://schemas.microsoft.com/office/drawing/2014/main" id="{A575290E-DDAB-AC62-BB6D-E3F4ADC457BD}"/>
              </a:ext>
            </a:extLst>
          </p:cNvPr>
          <p:cNvSpPr>
            <a:spLocks noGrp="1"/>
          </p:cNvSpPr>
          <p:nvPr>
            <p:ph idx="1"/>
          </p:nvPr>
        </p:nvSpPr>
        <p:spPr>
          <a:xfrm>
            <a:off x="838200" y="1429305"/>
            <a:ext cx="10515600" cy="4827557"/>
          </a:xfrm>
        </p:spPr>
        <p:txBody>
          <a:bodyPr>
            <a:normAutofit fontScale="92500" lnSpcReduction="10000"/>
          </a:bodyPr>
          <a:lstStyle/>
          <a:p>
            <a:pPr algn="just"/>
            <a:r>
              <a:rPr lang="en-GB"/>
              <a:t>Audit is designed to assess and assure the reliability and integrity of sponsor's trial systems against all relevant written standards.</a:t>
            </a:r>
          </a:p>
          <a:p>
            <a:pPr algn="just"/>
            <a:r>
              <a:rPr lang="en-GB"/>
              <a:t>The sponsor of a clinical trial is responsible for implementing quality systems including the development of an audit plan for the trials they manage.</a:t>
            </a:r>
          </a:p>
          <a:p>
            <a:pPr algn="just"/>
            <a:r>
              <a:rPr lang="en-GB"/>
              <a:t>The auditors are independent individuals appointed by sponsors/regulatory authorities to conduct a systematic and in-depth examination of trial conduct, and compliance with Protocol, SOPs, GCP and the applicable regulatory requirements.</a:t>
            </a:r>
          </a:p>
          <a:p>
            <a:pPr algn="just"/>
            <a:r>
              <a:rPr lang="en-GB"/>
              <a:t>Minor findings </a:t>
            </a:r>
          </a:p>
          <a:p>
            <a:pPr algn="just"/>
            <a:r>
              <a:rPr lang="en-GB"/>
              <a:t>Major findings </a:t>
            </a:r>
          </a:p>
          <a:p>
            <a:pPr algn="just"/>
            <a:r>
              <a:rPr lang="en-GB"/>
              <a:t>Critical findings </a:t>
            </a:r>
          </a:p>
        </p:txBody>
      </p:sp>
      <p:pic>
        <p:nvPicPr>
          <p:cNvPr id="4" name="Picture 3">
            <a:extLst>
              <a:ext uri="{FF2B5EF4-FFF2-40B4-BE49-F238E27FC236}">
                <a16:creationId xmlns:a16="http://schemas.microsoft.com/office/drawing/2014/main" id="{725E277A-93FB-0F61-760B-FF4D539DF962}"/>
              </a:ext>
            </a:extLst>
          </p:cNvPr>
          <p:cNvPicPr>
            <a:picLocks noChangeAspect="1"/>
          </p:cNvPicPr>
          <p:nvPr/>
        </p:nvPicPr>
        <p:blipFill>
          <a:blip r:embed="rId2"/>
          <a:stretch>
            <a:fillRect/>
          </a:stretch>
        </p:blipFill>
        <p:spPr>
          <a:xfrm>
            <a:off x="9893609" y="5736999"/>
            <a:ext cx="2298391" cy="1140051"/>
          </a:xfrm>
          <a:prstGeom prst="rect">
            <a:avLst/>
          </a:prstGeom>
        </p:spPr>
      </p:pic>
    </p:spTree>
    <p:extLst>
      <p:ext uri="{BB962C8B-B14F-4D97-AF65-F5344CB8AC3E}">
        <p14:creationId xmlns:p14="http://schemas.microsoft.com/office/powerpoint/2010/main" val="994964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1422-155F-6AF7-63CD-11DA8B138603}"/>
              </a:ext>
            </a:extLst>
          </p:cNvPr>
          <p:cNvSpPr>
            <a:spLocks noGrp="1"/>
          </p:cNvSpPr>
          <p:nvPr>
            <p:ph type="title"/>
          </p:nvPr>
        </p:nvSpPr>
        <p:spPr/>
        <p:txBody>
          <a:bodyPr/>
          <a:lstStyle/>
          <a:p>
            <a:pPr algn="ctr"/>
            <a:r>
              <a:rPr lang="en-GB" b="1"/>
              <a:t>Inspection</a:t>
            </a:r>
            <a:br>
              <a:rPr lang="en-GB"/>
            </a:br>
            <a:endParaRPr lang="en-GB"/>
          </a:p>
        </p:txBody>
      </p:sp>
      <p:sp>
        <p:nvSpPr>
          <p:cNvPr id="3" name="Content Placeholder 2">
            <a:extLst>
              <a:ext uri="{FF2B5EF4-FFF2-40B4-BE49-F238E27FC236}">
                <a16:creationId xmlns:a16="http://schemas.microsoft.com/office/drawing/2014/main" id="{79874A9C-A77C-4C3F-1B02-AC4E4474B401}"/>
              </a:ext>
            </a:extLst>
          </p:cNvPr>
          <p:cNvSpPr>
            <a:spLocks noGrp="1"/>
          </p:cNvSpPr>
          <p:nvPr>
            <p:ph idx="1"/>
          </p:nvPr>
        </p:nvSpPr>
        <p:spPr>
          <a:xfrm>
            <a:off x="838200" y="1133475"/>
            <a:ext cx="10515600" cy="5043488"/>
          </a:xfrm>
        </p:spPr>
        <p:txBody>
          <a:bodyPr>
            <a:normAutofit fontScale="77500" lnSpcReduction="20000"/>
          </a:bodyPr>
          <a:lstStyle/>
          <a:p>
            <a:r>
              <a:rPr lang="en-GB" sz="3100"/>
              <a:t>Conducted by Regulatory Authorities – MHRA</a:t>
            </a:r>
          </a:p>
          <a:p>
            <a:r>
              <a:rPr lang="en-GB" sz="3100"/>
              <a:t>Triggered inspections for serious breaches</a:t>
            </a:r>
          </a:p>
          <a:p>
            <a:r>
              <a:rPr lang="en-GB" sz="3100"/>
              <a:t>A type of Quality Audit</a:t>
            </a:r>
          </a:p>
          <a:p>
            <a:r>
              <a:rPr lang="en-GB" sz="3100"/>
              <a:t>MHRA may contact sponsor/CRO to arrange an inspection if they suspect the law has been broken. This information might come from:</a:t>
            </a:r>
          </a:p>
          <a:p>
            <a:pPr>
              <a:buFont typeface="Wingdings" panose="05000000000000000000" pitchFamily="2" charset="2"/>
              <a:buChar char="ü"/>
            </a:pPr>
            <a:r>
              <a:rPr lang="en-GB" sz="3100"/>
              <a:t>a serious breach notification</a:t>
            </a:r>
          </a:p>
          <a:p>
            <a:pPr>
              <a:buFont typeface="Wingdings" panose="05000000000000000000" pitchFamily="2" charset="2"/>
              <a:buChar char="ü"/>
            </a:pPr>
            <a:r>
              <a:rPr lang="en-GB" sz="3100"/>
              <a:t>a whistleblower</a:t>
            </a:r>
          </a:p>
          <a:p>
            <a:pPr>
              <a:buFont typeface="Wingdings" panose="05000000000000000000" pitchFamily="2" charset="2"/>
              <a:buChar char="ü"/>
            </a:pPr>
            <a:r>
              <a:rPr lang="en-GB" sz="3100"/>
              <a:t>other MHRA departments</a:t>
            </a:r>
          </a:p>
          <a:p>
            <a:pPr>
              <a:buFont typeface="Wingdings" panose="05000000000000000000" pitchFamily="2" charset="2"/>
              <a:buChar char="ü"/>
            </a:pPr>
            <a:r>
              <a:rPr lang="en-GB" sz="3100"/>
              <a:t>the health research authority (HRA)</a:t>
            </a:r>
          </a:p>
          <a:p>
            <a:pPr>
              <a:buFont typeface="Wingdings" panose="05000000000000000000" pitchFamily="2" charset="2"/>
              <a:buChar char="ü"/>
            </a:pPr>
            <a:r>
              <a:rPr lang="en-GB" sz="3100"/>
              <a:t>In rare circumstances, MHRA may give little or no notice of these inspections. </a:t>
            </a:r>
          </a:p>
          <a:p>
            <a:pPr>
              <a:buFont typeface="Wingdings" panose="05000000000000000000" pitchFamily="2" charset="2"/>
              <a:buChar char="ü"/>
            </a:pPr>
            <a:r>
              <a:rPr lang="en-GB" sz="3100"/>
              <a:t>Minor findings </a:t>
            </a:r>
          </a:p>
          <a:p>
            <a:pPr>
              <a:buFont typeface="Wingdings" panose="05000000000000000000" pitchFamily="2" charset="2"/>
              <a:buChar char="ü"/>
            </a:pPr>
            <a:r>
              <a:rPr lang="en-GB" sz="3100"/>
              <a:t>Major findings </a:t>
            </a:r>
          </a:p>
          <a:p>
            <a:pPr>
              <a:buFont typeface="Wingdings" panose="05000000000000000000" pitchFamily="2" charset="2"/>
              <a:buChar char="ü"/>
            </a:pPr>
            <a:r>
              <a:rPr lang="en-GB" sz="3100"/>
              <a:t>Critical findings </a:t>
            </a:r>
          </a:p>
          <a:p>
            <a:pPr>
              <a:buFont typeface="Wingdings" panose="05000000000000000000" pitchFamily="2" charset="2"/>
              <a:buChar char="ü"/>
            </a:pPr>
            <a:endParaRPr lang="en-GB"/>
          </a:p>
          <a:p>
            <a:pPr>
              <a:buFont typeface="Wingdings" panose="05000000000000000000" pitchFamily="2" charset="2"/>
              <a:buChar char="ü"/>
            </a:pPr>
            <a:endParaRPr lang="en-GB"/>
          </a:p>
        </p:txBody>
      </p:sp>
      <p:pic>
        <p:nvPicPr>
          <p:cNvPr id="4" name="Picture 3">
            <a:extLst>
              <a:ext uri="{FF2B5EF4-FFF2-40B4-BE49-F238E27FC236}">
                <a16:creationId xmlns:a16="http://schemas.microsoft.com/office/drawing/2014/main" id="{BF45B773-7B41-5A80-4F3C-8DF657548EA7}"/>
              </a:ext>
            </a:extLst>
          </p:cNvPr>
          <p:cNvPicPr>
            <a:picLocks noChangeAspect="1"/>
          </p:cNvPicPr>
          <p:nvPr/>
        </p:nvPicPr>
        <p:blipFill>
          <a:blip r:embed="rId2"/>
          <a:stretch>
            <a:fillRect/>
          </a:stretch>
        </p:blipFill>
        <p:spPr>
          <a:xfrm>
            <a:off x="9893609" y="5727474"/>
            <a:ext cx="2298391" cy="1140051"/>
          </a:xfrm>
          <a:prstGeom prst="rect">
            <a:avLst/>
          </a:prstGeom>
        </p:spPr>
      </p:pic>
    </p:spTree>
    <p:extLst>
      <p:ext uri="{BB962C8B-B14F-4D97-AF65-F5344CB8AC3E}">
        <p14:creationId xmlns:p14="http://schemas.microsoft.com/office/powerpoint/2010/main" val="275762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0385-EC40-E9B3-2440-E32FC718D819}"/>
              </a:ext>
            </a:extLst>
          </p:cNvPr>
          <p:cNvSpPr>
            <a:spLocks noGrp="1"/>
          </p:cNvSpPr>
          <p:nvPr>
            <p:ph type="title"/>
          </p:nvPr>
        </p:nvSpPr>
        <p:spPr/>
        <p:txBody>
          <a:bodyPr/>
          <a:lstStyle/>
          <a:p>
            <a:pPr algn="ctr"/>
            <a:r>
              <a:rPr lang="en-GB" b="1"/>
              <a:t>Quality Management System</a:t>
            </a:r>
          </a:p>
        </p:txBody>
      </p:sp>
      <p:sp>
        <p:nvSpPr>
          <p:cNvPr id="3" name="Content Placeholder 2">
            <a:extLst>
              <a:ext uri="{FF2B5EF4-FFF2-40B4-BE49-F238E27FC236}">
                <a16:creationId xmlns:a16="http://schemas.microsoft.com/office/drawing/2014/main" id="{331F7C3E-F6F6-54EB-C04D-937F5BD7BB45}"/>
              </a:ext>
            </a:extLst>
          </p:cNvPr>
          <p:cNvSpPr>
            <a:spLocks noGrp="1"/>
          </p:cNvSpPr>
          <p:nvPr>
            <p:ph idx="1"/>
          </p:nvPr>
        </p:nvSpPr>
        <p:spPr/>
        <p:txBody>
          <a:bodyPr>
            <a:normAutofit fontScale="92500" lnSpcReduction="20000"/>
          </a:bodyPr>
          <a:lstStyle/>
          <a:p>
            <a:r>
              <a:rPr lang="en-GB"/>
              <a:t>A quality management system (QMS) is a control system for a planned and systematic procedure to maintain or improve quality. </a:t>
            </a:r>
          </a:p>
          <a:p>
            <a:r>
              <a:rPr lang="en-GB"/>
              <a:t>A QMS consists of processes, guidelines and templates that describe the standardized procedure to achieve comparable quality of work results.</a:t>
            </a:r>
          </a:p>
          <a:p>
            <a:pPr algn="l"/>
            <a:r>
              <a:rPr lang="en-GB" b="0" i="0">
                <a:solidFill>
                  <a:srgbClr val="212529"/>
                </a:solidFill>
                <a:effectLst/>
                <a:latin typeface="Univers LT W02 45 Light"/>
              </a:rPr>
              <a:t>A QMS consists of different document types:</a:t>
            </a:r>
          </a:p>
          <a:p>
            <a:pPr algn="l">
              <a:buFont typeface="Wingdings" panose="05000000000000000000" pitchFamily="2" charset="2"/>
              <a:buChar char="ü"/>
            </a:pPr>
            <a:r>
              <a:rPr lang="en-GB" b="0" i="0">
                <a:solidFill>
                  <a:srgbClr val="212529"/>
                </a:solidFill>
                <a:effectLst/>
                <a:latin typeface="Univers LT W02 45 Light"/>
              </a:rPr>
              <a:t>Quality Manual: Description of the organization and overview of all processes</a:t>
            </a:r>
          </a:p>
          <a:p>
            <a:pPr algn="l">
              <a:buFont typeface="Wingdings" panose="05000000000000000000" pitchFamily="2" charset="2"/>
              <a:buChar char="ü"/>
            </a:pPr>
            <a:r>
              <a:rPr lang="en-GB" b="0" i="0">
                <a:solidFill>
                  <a:srgbClr val="212529"/>
                </a:solidFill>
                <a:effectLst/>
                <a:latin typeface="Univers LT W02 45 Light"/>
              </a:rPr>
              <a:t>SOPs: Work processes and responsibilities</a:t>
            </a:r>
          </a:p>
          <a:p>
            <a:pPr algn="l">
              <a:buFont typeface="Wingdings" panose="05000000000000000000" pitchFamily="2" charset="2"/>
              <a:buChar char="ü"/>
            </a:pPr>
            <a:r>
              <a:rPr lang="en-GB" b="0" i="0">
                <a:solidFill>
                  <a:srgbClr val="212529"/>
                </a:solidFill>
                <a:effectLst/>
                <a:latin typeface="Univers LT W02 45 Light"/>
              </a:rPr>
              <a:t>Templates: forms and document templates for data and report entry</a:t>
            </a:r>
          </a:p>
          <a:p>
            <a:pPr algn="l">
              <a:buFont typeface="Wingdings" panose="05000000000000000000" pitchFamily="2" charset="2"/>
              <a:buChar char="ü"/>
            </a:pPr>
            <a:r>
              <a:rPr lang="en-GB" b="0" i="0">
                <a:solidFill>
                  <a:srgbClr val="212529"/>
                </a:solidFill>
                <a:effectLst/>
                <a:latin typeface="Univers LT W02 45 Light"/>
              </a:rPr>
              <a:t>Records: data, reports, documents</a:t>
            </a:r>
          </a:p>
          <a:p>
            <a:pPr algn="l">
              <a:buFont typeface="Wingdings" panose="05000000000000000000" pitchFamily="2" charset="2"/>
              <a:buChar char="ü"/>
            </a:pPr>
            <a:r>
              <a:rPr lang="en-GB">
                <a:solidFill>
                  <a:srgbClr val="212529"/>
                </a:solidFill>
                <a:latin typeface="Univers LT W02 45 Light"/>
              </a:rPr>
              <a:t>CTMS- Clinical Trial Management System(CTMS-eTMF)</a:t>
            </a:r>
            <a:endParaRPr lang="en-GB" b="0" i="0">
              <a:solidFill>
                <a:srgbClr val="212529"/>
              </a:solidFill>
              <a:effectLst/>
              <a:latin typeface="Univers LT W02 45 Light"/>
            </a:endParaRPr>
          </a:p>
          <a:p>
            <a:endParaRPr lang="en-GB"/>
          </a:p>
          <a:p>
            <a:endParaRPr lang="en-GB"/>
          </a:p>
        </p:txBody>
      </p:sp>
      <p:pic>
        <p:nvPicPr>
          <p:cNvPr id="4" name="Picture 3">
            <a:extLst>
              <a:ext uri="{FF2B5EF4-FFF2-40B4-BE49-F238E27FC236}">
                <a16:creationId xmlns:a16="http://schemas.microsoft.com/office/drawing/2014/main" id="{E14F4979-5946-FC4C-3322-A496211E00A6}"/>
              </a:ext>
            </a:extLst>
          </p:cNvPr>
          <p:cNvPicPr>
            <a:picLocks noChangeAspect="1"/>
          </p:cNvPicPr>
          <p:nvPr/>
        </p:nvPicPr>
        <p:blipFill>
          <a:blip r:embed="rId2"/>
          <a:stretch>
            <a:fillRect/>
          </a:stretch>
        </p:blipFill>
        <p:spPr>
          <a:xfrm>
            <a:off x="9893609" y="5689374"/>
            <a:ext cx="2298391" cy="1140051"/>
          </a:xfrm>
          <a:prstGeom prst="rect">
            <a:avLst/>
          </a:prstGeom>
        </p:spPr>
      </p:pic>
    </p:spTree>
    <p:extLst>
      <p:ext uri="{BB962C8B-B14F-4D97-AF65-F5344CB8AC3E}">
        <p14:creationId xmlns:p14="http://schemas.microsoft.com/office/powerpoint/2010/main" val="2413886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974C2-7466-2ECA-DF27-59E4A5FA9612}"/>
              </a:ext>
            </a:extLst>
          </p:cNvPr>
          <p:cNvSpPr>
            <a:spLocks noGrp="1"/>
          </p:cNvSpPr>
          <p:nvPr>
            <p:ph type="title"/>
          </p:nvPr>
        </p:nvSpPr>
        <p:spPr/>
        <p:txBody>
          <a:bodyPr/>
          <a:lstStyle/>
          <a:p>
            <a:pPr algn="ctr"/>
            <a:r>
              <a:rPr lang="en-GB" b="1"/>
              <a:t>Quality Management System </a:t>
            </a:r>
            <a:r>
              <a:rPr lang="en-GB" b="1" err="1"/>
              <a:t>contn</a:t>
            </a:r>
            <a:endParaRPr lang="en-GB" b="1"/>
          </a:p>
        </p:txBody>
      </p:sp>
      <p:pic>
        <p:nvPicPr>
          <p:cNvPr id="5" name="Content Placeholder 4">
            <a:extLst>
              <a:ext uri="{FF2B5EF4-FFF2-40B4-BE49-F238E27FC236}">
                <a16:creationId xmlns:a16="http://schemas.microsoft.com/office/drawing/2014/main" id="{4CDCAFB2-52D6-EF47-1DB8-B6405F853C9E}"/>
              </a:ext>
            </a:extLst>
          </p:cNvPr>
          <p:cNvPicPr>
            <a:picLocks noGrp="1" noChangeAspect="1"/>
          </p:cNvPicPr>
          <p:nvPr>
            <p:ph idx="1"/>
          </p:nvPr>
        </p:nvPicPr>
        <p:blipFill>
          <a:blip r:embed="rId2"/>
          <a:stretch>
            <a:fillRect/>
          </a:stretch>
        </p:blipFill>
        <p:spPr>
          <a:xfrm>
            <a:off x="2343150" y="2005806"/>
            <a:ext cx="7505700" cy="3990975"/>
          </a:xfrm>
        </p:spPr>
      </p:pic>
      <p:pic>
        <p:nvPicPr>
          <p:cNvPr id="3" name="Picture 2">
            <a:extLst>
              <a:ext uri="{FF2B5EF4-FFF2-40B4-BE49-F238E27FC236}">
                <a16:creationId xmlns:a16="http://schemas.microsoft.com/office/drawing/2014/main" id="{DDA08ADC-AF51-60FA-836B-19E0323F21CB}"/>
              </a:ext>
            </a:extLst>
          </p:cNvPr>
          <p:cNvPicPr>
            <a:picLocks noChangeAspect="1"/>
          </p:cNvPicPr>
          <p:nvPr/>
        </p:nvPicPr>
        <p:blipFill>
          <a:blip r:embed="rId3"/>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5056407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4C185-D64C-E313-E5CE-BE17811F34B8}"/>
              </a:ext>
            </a:extLst>
          </p:cNvPr>
          <p:cNvSpPr>
            <a:spLocks noGrp="1"/>
          </p:cNvSpPr>
          <p:nvPr>
            <p:ph type="title"/>
          </p:nvPr>
        </p:nvSpPr>
        <p:spPr/>
        <p:txBody>
          <a:bodyPr/>
          <a:lstStyle/>
          <a:p>
            <a:pPr algn="ctr"/>
            <a:r>
              <a:rPr lang="en-GB" b="1"/>
              <a:t>Why do clinical studies need a QMS?</a:t>
            </a:r>
          </a:p>
        </p:txBody>
      </p:sp>
      <p:sp>
        <p:nvSpPr>
          <p:cNvPr id="3" name="Content Placeholder 2">
            <a:extLst>
              <a:ext uri="{FF2B5EF4-FFF2-40B4-BE49-F238E27FC236}">
                <a16:creationId xmlns:a16="http://schemas.microsoft.com/office/drawing/2014/main" id="{F1A80C57-28DD-7D84-0245-CCE7B80E74B7}"/>
              </a:ext>
            </a:extLst>
          </p:cNvPr>
          <p:cNvSpPr>
            <a:spLocks noGrp="1"/>
          </p:cNvSpPr>
          <p:nvPr>
            <p:ph idx="1"/>
          </p:nvPr>
        </p:nvSpPr>
        <p:spPr/>
        <p:txBody>
          <a:bodyPr/>
          <a:lstStyle/>
          <a:p>
            <a:r>
              <a:rPr lang="en-GB"/>
              <a:t>In clinical research, we have a legal obligation to collect traceable data and to produce reproducible results. </a:t>
            </a:r>
          </a:p>
          <a:p>
            <a:r>
              <a:rPr lang="en-GB"/>
              <a:t>In addition, we have a special responsibility to the participating patients. </a:t>
            </a:r>
          </a:p>
          <a:p>
            <a:r>
              <a:rPr lang="en-GB"/>
              <a:t>Guaranteeing the dignity, privacy and safety of study participants is one of the highest principles to which researchers and all their staff are committed.</a:t>
            </a:r>
          </a:p>
        </p:txBody>
      </p:sp>
      <p:pic>
        <p:nvPicPr>
          <p:cNvPr id="4" name="Picture 3">
            <a:extLst>
              <a:ext uri="{FF2B5EF4-FFF2-40B4-BE49-F238E27FC236}">
                <a16:creationId xmlns:a16="http://schemas.microsoft.com/office/drawing/2014/main" id="{AAC1F73F-87C8-B1FE-6F6B-3F98347D79E0}"/>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3466239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2DC1-F377-714B-C2AC-CB38804D8267}"/>
              </a:ext>
            </a:extLst>
          </p:cNvPr>
          <p:cNvSpPr>
            <a:spLocks noGrp="1"/>
          </p:cNvSpPr>
          <p:nvPr>
            <p:ph type="title"/>
          </p:nvPr>
        </p:nvSpPr>
        <p:spPr/>
        <p:txBody>
          <a:bodyPr/>
          <a:lstStyle/>
          <a:p>
            <a:r>
              <a:rPr lang="en-GB" b="1"/>
              <a:t>A QMS helps to achieve the following goals:</a:t>
            </a:r>
          </a:p>
        </p:txBody>
      </p:sp>
      <p:sp>
        <p:nvSpPr>
          <p:cNvPr id="3" name="Content Placeholder 2">
            <a:extLst>
              <a:ext uri="{FF2B5EF4-FFF2-40B4-BE49-F238E27FC236}">
                <a16:creationId xmlns:a16="http://schemas.microsoft.com/office/drawing/2014/main" id="{216C25EB-EB78-5465-180F-BEB79CDEAE65}"/>
              </a:ext>
            </a:extLst>
          </p:cNvPr>
          <p:cNvSpPr>
            <a:spLocks noGrp="1"/>
          </p:cNvSpPr>
          <p:nvPr>
            <p:ph idx="1"/>
          </p:nvPr>
        </p:nvSpPr>
        <p:spPr/>
        <p:txBody>
          <a:bodyPr/>
          <a:lstStyle/>
          <a:p>
            <a:r>
              <a:rPr lang="en-GB"/>
              <a:t>Ensure safety &amp; protection of study participants</a:t>
            </a:r>
          </a:p>
          <a:p>
            <a:r>
              <a:rPr lang="en-GB"/>
              <a:t>Ensure quality of study data</a:t>
            </a:r>
          </a:p>
          <a:p>
            <a:r>
              <a:rPr lang="en-GB"/>
              <a:t>Creating an overview and transparency of study activities</a:t>
            </a:r>
          </a:p>
          <a:p>
            <a:r>
              <a:rPr lang="en-GB"/>
              <a:t>Create necessary documentation</a:t>
            </a:r>
          </a:p>
          <a:p>
            <a:r>
              <a:rPr lang="en-GB"/>
              <a:t>Increase efficiency in the conduct of studies</a:t>
            </a:r>
          </a:p>
          <a:p>
            <a:r>
              <a:rPr lang="en-GB"/>
              <a:t>Guarantee compliance with ICH-GCP, local and international laws</a:t>
            </a:r>
          </a:p>
          <a:p>
            <a:r>
              <a:rPr lang="en-GB"/>
              <a:t>To be fit for  inspections</a:t>
            </a:r>
          </a:p>
        </p:txBody>
      </p:sp>
      <p:pic>
        <p:nvPicPr>
          <p:cNvPr id="4" name="Picture 3">
            <a:extLst>
              <a:ext uri="{FF2B5EF4-FFF2-40B4-BE49-F238E27FC236}">
                <a16:creationId xmlns:a16="http://schemas.microsoft.com/office/drawing/2014/main" id="{99E9BA59-8DD3-89DA-827B-2AAFD44844FD}"/>
              </a:ext>
            </a:extLst>
          </p:cNvPr>
          <p:cNvPicPr>
            <a:picLocks noChangeAspect="1"/>
          </p:cNvPicPr>
          <p:nvPr/>
        </p:nvPicPr>
        <p:blipFill>
          <a:blip r:embed="rId2"/>
          <a:stretch>
            <a:fillRect/>
          </a:stretch>
        </p:blipFill>
        <p:spPr>
          <a:xfrm>
            <a:off x="9893609" y="5741874"/>
            <a:ext cx="2298391" cy="1140051"/>
          </a:xfrm>
          <a:prstGeom prst="rect">
            <a:avLst/>
          </a:prstGeom>
        </p:spPr>
      </p:pic>
    </p:spTree>
    <p:extLst>
      <p:ext uri="{BB962C8B-B14F-4D97-AF65-F5344CB8AC3E}">
        <p14:creationId xmlns:p14="http://schemas.microsoft.com/office/powerpoint/2010/main" val="40882946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1C51-0189-12A5-2443-460177C05B91}"/>
              </a:ext>
            </a:extLst>
          </p:cNvPr>
          <p:cNvSpPr>
            <a:spLocks noGrp="1"/>
          </p:cNvSpPr>
          <p:nvPr>
            <p:ph type="title"/>
          </p:nvPr>
        </p:nvSpPr>
        <p:spPr>
          <a:xfrm>
            <a:off x="838200" y="365125"/>
            <a:ext cx="10515600" cy="762339"/>
          </a:xfrm>
        </p:spPr>
        <p:txBody>
          <a:bodyPr/>
          <a:lstStyle/>
          <a:p>
            <a:pPr algn="ctr"/>
            <a:r>
              <a:rPr lang="en-GB" b="1"/>
              <a:t>QMS Vendors </a:t>
            </a:r>
          </a:p>
        </p:txBody>
      </p:sp>
      <p:sp>
        <p:nvSpPr>
          <p:cNvPr id="3" name="Content Placeholder 2">
            <a:extLst>
              <a:ext uri="{FF2B5EF4-FFF2-40B4-BE49-F238E27FC236}">
                <a16:creationId xmlns:a16="http://schemas.microsoft.com/office/drawing/2014/main" id="{0DFFC4F3-EE8B-ADD5-F08C-652F53CEBCA7}"/>
              </a:ext>
            </a:extLst>
          </p:cNvPr>
          <p:cNvSpPr>
            <a:spLocks noGrp="1"/>
          </p:cNvSpPr>
          <p:nvPr>
            <p:ph idx="1"/>
          </p:nvPr>
        </p:nvSpPr>
        <p:spPr>
          <a:xfrm>
            <a:off x="838200" y="1278384"/>
            <a:ext cx="10515600" cy="4898579"/>
          </a:xfrm>
        </p:spPr>
        <p:txBody>
          <a:bodyPr>
            <a:normAutofit fontScale="92500" lnSpcReduction="10000"/>
          </a:bodyPr>
          <a:lstStyle/>
          <a:p>
            <a:r>
              <a:rPr lang="en-GB"/>
              <a:t>Veeva Vault: can provide CTMS, eTMF, EDC (electronic Data Capture= both site team and project team have access)</a:t>
            </a:r>
          </a:p>
          <a:p>
            <a:r>
              <a:rPr lang="en-GB" err="1"/>
              <a:t>iMeditata</a:t>
            </a:r>
            <a:r>
              <a:rPr lang="en-GB"/>
              <a:t>: provides EDC  </a:t>
            </a:r>
          </a:p>
          <a:p>
            <a:r>
              <a:rPr lang="en-GB"/>
              <a:t>IBM: can provide EDC and IRT (Interactive Response Technology = for IP management and randomisation). IRT interacts with EDC.</a:t>
            </a:r>
          </a:p>
          <a:p>
            <a:r>
              <a:rPr lang="en-GB" err="1"/>
              <a:t>Suvoda</a:t>
            </a:r>
            <a:r>
              <a:rPr lang="en-GB"/>
              <a:t>: provides IRT</a:t>
            </a:r>
          </a:p>
          <a:p>
            <a:r>
              <a:rPr lang="en-GB"/>
              <a:t>4G Clinical: provides IRT </a:t>
            </a:r>
          </a:p>
          <a:p>
            <a:r>
              <a:rPr lang="en-GB"/>
              <a:t>HMD Clinical provides IRT</a:t>
            </a:r>
          </a:p>
          <a:p>
            <a:r>
              <a:rPr lang="en-GB"/>
              <a:t>EPIC: provides EMR (Electronic Medical Record) for Sites, site specific.</a:t>
            </a:r>
          </a:p>
          <a:p>
            <a:pPr>
              <a:buFont typeface="Wingdings" panose="05000000000000000000" pitchFamily="2" charset="2"/>
              <a:buChar char="Ø"/>
            </a:pPr>
            <a:r>
              <a:rPr lang="en-GB"/>
              <a:t>Site requires access to EDC and IRT but not CTMS and eTMF.</a:t>
            </a:r>
          </a:p>
          <a:p>
            <a:pPr>
              <a:buFont typeface="Wingdings" panose="05000000000000000000" pitchFamily="2" charset="2"/>
              <a:buChar char="Ø"/>
            </a:pPr>
            <a:r>
              <a:rPr lang="en-GB"/>
              <a:t>Site owns the EMR</a:t>
            </a:r>
          </a:p>
        </p:txBody>
      </p:sp>
      <p:pic>
        <p:nvPicPr>
          <p:cNvPr id="4" name="Picture 3">
            <a:extLst>
              <a:ext uri="{FF2B5EF4-FFF2-40B4-BE49-F238E27FC236}">
                <a16:creationId xmlns:a16="http://schemas.microsoft.com/office/drawing/2014/main" id="{EC4E990F-10D9-0878-D531-406AFBE286F4}"/>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2125713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69839-CEEE-CB95-330B-34B43A000380}"/>
              </a:ext>
            </a:extLst>
          </p:cNvPr>
          <p:cNvSpPr>
            <a:spLocks noGrp="1"/>
          </p:cNvSpPr>
          <p:nvPr>
            <p:ph type="title"/>
          </p:nvPr>
        </p:nvSpPr>
        <p:spPr/>
        <p:txBody>
          <a:bodyPr/>
          <a:lstStyle/>
          <a:p>
            <a:r>
              <a:rPr lang="en-GB" b="1"/>
              <a:t>Common Terminologies in Clinical Trials</a:t>
            </a:r>
          </a:p>
        </p:txBody>
      </p:sp>
      <p:sp>
        <p:nvSpPr>
          <p:cNvPr id="3" name="Content Placeholder 2">
            <a:extLst>
              <a:ext uri="{FF2B5EF4-FFF2-40B4-BE49-F238E27FC236}">
                <a16:creationId xmlns:a16="http://schemas.microsoft.com/office/drawing/2014/main" id="{1333B783-5C6C-30CA-5AC2-968BAA2596D3}"/>
              </a:ext>
            </a:extLst>
          </p:cNvPr>
          <p:cNvSpPr>
            <a:spLocks noGrp="1"/>
          </p:cNvSpPr>
          <p:nvPr>
            <p:ph idx="1"/>
          </p:nvPr>
        </p:nvSpPr>
        <p:spPr/>
        <p:txBody>
          <a:bodyPr>
            <a:normAutofit fontScale="92500" lnSpcReduction="10000"/>
          </a:bodyPr>
          <a:lstStyle/>
          <a:p>
            <a:r>
              <a:rPr lang="en-GB"/>
              <a:t>Pre-screening = Preliminary assessment of potential patient eligibility</a:t>
            </a:r>
          </a:p>
          <a:p>
            <a:r>
              <a:rPr lang="en-GB"/>
              <a:t>Screened = signed Informed Consent </a:t>
            </a:r>
          </a:p>
          <a:p>
            <a:r>
              <a:rPr lang="en-GB"/>
              <a:t>Screening date = Informed Consent signed date</a:t>
            </a:r>
          </a:p>
          <a:p>
            <a:r>
              <a:rPr lang="en-GB"/>
              <a:t>Screen failed = Signed Informed but did not meet eligibility criteria</a:t>
            </a:r>
          </a:p>
          <a:p>
            <a:r>
              <a:rPr lang="en-GB"/>
              <a:t>Enrolled (Enrolment) = Randomised (Randomisation= Assignment of IMP and enrolment ID to patient) </a:t>
            </a:r>
          </a:p>
          <a:p>
            <a:r>
              <a:rPr lang="en-GB"/>
              <a:t>Data Cut-off = For Interim Data Analysis</a:t>
            </a:r>
          </a:p>
          <a:p>
            <a:r>
              <a:rPr lang="en-GB"/>
              <a:t>Database Lock= EDC locked at end of Study</a:t>
            </a:r>
          </a:p>
          <a:p>
            <a:pPr>
              <a:buFont typeface="Wingdings" panose="05000000000000000000" pitchFamily="2" charset="2"/>
              <a:buChar char="Ø"/>
            </a:pPr>
            <a:r>
              <a:rPr lang="en-GB"/>
              <a:t>Patients are Screened and Randomised in IRT and details automatically populated in EDC.</a:t>
            </a:r>
          </a:p>
        </p:txBody>
      </p:sp>
      <p:pic>
        <p:nvPicPr>
          <p:cNvPr id="4" name="Picture 3">
            <a:extLst>
              <a:ext uri="{FF2B5EF4-FFF2-40B4-BE49-F238E27FC236}">
                <a16:creationId xmlns:a16="http://schemas.microsoft.com/office/drawing/2014/main" id="{994F18D8-3078-88C9-F9E3-F2CA0D339BE8}"/>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612031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4033-7CA9-2D9D-D442-D88FCD24E75F}"/>
              </a:ext>
            </a:extLst>
          </p:cNvPr>
          <p:cNvSpPr>
            <a:spLocks noGrp="1"/>
          </p:cNvSpPr>
          <p:nvPr>
            <p:ph type="title"/>
          </p:nvPr>
        </p:nvSpPr>
        <p:spPr/>
        <p:txBody>
          <a:bodyPr>
            <a:normAutofit/>
          </a:bodyPr>
          <a:lstStyle/>
          <a:p>
            <a:r>
              <a:rPr lang="en-GB" sz="6000" b="1"/>
              <a:t>Documentation In Clinical Trial </a:t>
            </a:r>
          </a:p>
        </p:txBody>
      </p:sp>
      <p:sp>
        <p:nvSpPr>
          <p:cNvPr id="3" name="Content Placeholder 2">
            <a:extLst>
              <a:ext uri="{FF2B5EF4-FFF2-40B4-BE49-F238E27FC236}">
                <a16:creationId xmlns:a16="http://schemas.microsoft.com/office/drawing/2014/main" id="{2F309BEF-C8E5-C309-35DA-14F581097747}"/>
              </a:ext>
            </a:extLst>
          </p:cNvPr>
          <p:cNvSpPr>
            <a:spLocks noGrp="1"/>
          </p:cNvSpPr>
          <p:nvPr>
            <p:ph idx="1"/>
          </p:nvPr>
        </p:nvSpPr>
        <p:spPr>
          <a:xfrm>
            <a:off x="838200" y="3116062"/>
            <a:ext cx="10515600" cy="2423604"/>
          </a:xfrm>
        </p:spPr>
        <p:txBody>
          <a:bodyPr>
            <a:normAutofit/>
          </a:bodyPr>
          <a:lstStyle/>
          <a:p>
            <a:pPr marL="0" indent="0" algn="ctr">
              <a:buNone/>
            </a:pPr>
            <a:r>
              <a:rPr lang="en-GB" sz="6000">
                <a:solidFill>
                  <a:srgbClr val="FF0000"/>
                </a:solidFill>
              </a:rPr>
              <a:t>IF not documented = Not Done </a:t>
            </a:r>
          </a:p>
        </p:txBody>
      </p:sp>
      <p:pic>
        <p:nvPicPr>
          <p:cNvPr id="4" name="Picture 3">
            <a:extLst>
              <a:ext uri="{FF2B5EF4-FFF2-40B4-BE49-F238E27FC236}">
                <a16:creationId xmlns:a16="http://schemas.microsoft.com/office/drawing/2014/main" id="{70281099-DB3B-875C-CC17-76F92AF1E77D}"/>
              </a:ext>
            </a:extLst>
          </p:cNvPr>
          <p:cNvPicPr>
            <a:picLocks noChangeAspect="1"/>
          </p:cNvPicPr>
          <p:nvPr/>
        </p:nvPicPr>
        <p:blipFill>
          <a:blip r:embed="rId2"/>
          <a:stretch>
            <a:fillRect/>
          </a:stretch>
        </p:blipFill>
        <p:spPr>
          <a:xfrm>
            <a:off x="9893609" y="5717949"/>
            <a:ext cx="2298391" cy="1140051"/>
          </a:xfrm>
          <a:prstGeom prst="rect">
            <a:avLst/>
          </a:prstGeom>
        </p:spPr>
      </p:pic>
    </p:spTree>
    <p:extLst>
      <p:ext uri="{BB962C8B-B14F-4D97-AF65-F5344CB8AC3E}">
        <p14:creationId xmlns:p14="http://schemas.microsoft.com/office/powerpoint/2010/main" val="447141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12601-85B6-A953-58E3-673F5F96079E}"/>
              </a:ext>
            </a:extLst>
          </p:cNvPr>
          <p:cNvSpPr>
            <a:spLocks noGrp="1"/>
          </p:cNvSpPr>
          <p:nvPr>
            <p:ph type="title"/>
          </p:nvPr>
        </p:nvSpPr>
        <p:spPr/>
        <p:txBody>
          <a:bodyPr/>
          <a:lstStyle/>
          <a:p>
            <a:r>
              <a:rPr lang="en-GB" b="1"/>
              <a:t>ASSESSMENT: Multiple Choice Questions</a:t>
            </a:r>
          </a:p>
        </p:txBody>
      </p:sp>
      <p:sp>
        <p:nvSpPr>
          <p:cNvPr id="3" name="Content Placeholder 2">
            <a:extLst>
              <a:ext uri="{FF2B5EF4-FFF2-40B4-BE49-F238E27FC236}">
                <a16:creationId xmlns:a16="http://schemas.microsoft.com/office/drawing/2014/main" id="{DBE13C1C-DF3D-856C-3D82-969EF398ACB8}"/>
              </a:ext>
            </a:extLst>
          </p:cNvPr>
          <p:cNvSpPr>
            <a:spLocks noGrp="1"/>
          </p:cNvSpPr>
          <p:nvPr>
            <p:ph idx="1"/>
          </p:nvPr>
        </p:nvSpPr>
        <p:spPr/>
        <p:txBody>
          <a:bodyPr/>
          <a:lstStyle/>
          <a:p>
            <a:r>
              <a:rPr lang="en-GB"/>
              <a:t>Answer all the questions (50) in the attached docx by choosing the correct option or options where applicable. The Pass Mark is 50%.</a:t>
            </a:r>
          </a:p>
          <a:p>
            <a:endParaRPr lang="en-GB"/>
          </a:p>
          <a:p>
            <a:pPr marL="0" indent="0">
              <a:buNone/>
            </a:pPr>
            <a:endParaRPr lang="en-GB"/>
          </a:p>
          <a:p>
            <a:endParaRPr lang="en-GB"/>
          </a:p>
          <a:p>
            <a:endParaRPr lang="en-GB"/>
          </a:p>
        </p:txBody>
      </p:sp>
      <p:graphicFrame>
        <p:nvGraphicFramePr>
          <p:cNvPr id="6" name="Object 5">
            <a:extLst>
              <a:ext uri="{FF2B5EF4-FFF2-40B4-BE49-F238E27FC236}">
                <a16:creationId xmlns:a16="http://schemas.microsoft.com/office/drawing/2014/main" id="{073390C7-1D00-A53A-5E78-0A3A6B725E8C}"/>
              </a:ext>
            </a:extLst>
          </p:cNvPr>
          <p:cNvGraphicFramePr>
            <a:graphicFrameLocks noChangeAspect="1"/>
          </p:cNvGraphicFramePr>
          <p:nvPr>
            <p:extLst>
              <p:ext uri="{D42A27DB-BD31-4B8C-83A1-F6EECF244321}">
                <p14:modId xmlns:p14="http://schemas.microsoft.com/office/powerpoint/2010/main" val="2134630097"/>
              </p:ext>
            </p:extLst>
          </p:nvPr>
        </p:nvGraphicFramePr>
        <p:xfrm>
          <a:off x="2034381" y="2733964"/>
          <a:ext cx="8123237" cy="1505528"/>
        </p:xfrm>
        <a:graphic>
          <a:graphicData uri="http://schemas.openxmlformats.org/presentationml/2006/ole">
            <mc:AlternateContent xmlns:mc="http://schemas.openxmlformats.org/markup-compatibility/2006">
              <mc:Choice xmlns:v="urn:schemas-microsoft-com:vml" Requires="v">
                <p:oleObj name="Document" r:id="rId2" imgW="8123088" imgH="5446507" progId="Word.Document.8">
                  <p:embed/>
                </p:oleObj>
              </mc:Choice>
              <mc:Fallback>
                <p:oleObj name="Document" r:id="rId2" imgW="8123088" imgH="5446507" progId="Word.Document.8">
                  <p:embed/>
                  <p:pic>
                    <p:nvPicPr>
                      <p:cNvPr id="0" name=""/>
                      <p:cNvPicPr/>
                      <p:nvPr/>
                    </p:nvPicPr>
                    <p:blipFill>
                      <a:blip r:embed="rId3"/>
                      <a:stretch>
                        <a:fillRect/>
                      </a:stretch>
                    </p:blipFill>
                    <p:spPr>
                      <a:xfrm>
                        <a:off x="2034381" y="2733964"/>
                        <a:ext cx="8123237" cy="150552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52300979-62FE-F9E9-131E-8E92D597129E}"/>
              </a:ext>
            </a:extLst>
          </p:cNvPr>
          <p:cNvPicPr>
            <a:picLocks noChangeAspect="1"/>
          </p:cNvPicPr>
          <p:nvPr/>
        </p:nvPicPr>
        <p:blipFill>
          <a:blip r:embed="rId4"/>
          <a:stretch>
            <a:fillRect/>
          </a:stretch>
        </p:blipFill>
        <p:spPr>
          <a:xfrm>
            <a:off x="9893609" y="5717949"/>
            <a:ext cx="2298391" cy="1140051"/>
          </a:xfrm>
          <a:prstGeom prst="rect">
            <a:avLst/>
          </a:prstGeom>
        </p:spPr>
      </p:pic>
      <p:graphicFrame>
        <p:nvGraphicFramePr>
          <p:cNvPr id="8" name="Object 7">
            <a:extLst>
              <a:ext uri="{FF2B5EF4-FFF2-40B4-BE49-F238E27FC236}">
                <a16:creationId xmlns:a16="http://schemas.microsoft.com/office/drawing/2014/main" id="{5D0D34E2-C99D-F023-6D8E-52944619E4F7}"/>
              </a:ext>
            </a:extLst>
          </p:cNvPr>
          <p:cNvGraphicFramePr>
            <a:graphicFrameLocks noChangeAspect="1"/>
          </p:cNvGraphicFramePr>
          <p:nvPr>
            <p:extLst>
              <p:ext uri="{D42A27DB-BD31-4B8C-83A1-F6EECF244321}">
                <p14:modId xmlns:p14="http://schemas.microsoft.com/office/powerpoint/2010/main" val="1279088922"/>
              </p:ext>
            </p:extLst>
          </p:nvPr>
        </p:nvGraphicFramePr>
        <p:xfrm>
          <a:off x="1071563" y="2733675"/>
          <a:ext cx="3527425" cy="3937000"/>
        </p:xfrm>
        <a:graphic>
          <a:graphicData uri="http://schemas.openxmlformats.org/presentationml/2006/ole">
            <mc:AlternateContent xmlns:mc="http://schemas.openxmlformats.org/markup-compatibility/2006">
              <mc:Choice xmlns:v="urn:schemas-microsoft-com:vml" Requires="v">
                <p:oleObj name="Document" r:id="rId5" imgW="5734061" imgH="8811743" progId="Word.Document.12">
                  <p:embed/>
                </p:oleObj>
              </mc:Choice>
              <mc:Fallback>
                <p:oleObj name="Document" r:id="rId5" imgW="5734061" imgH="8811743" progId="Word.Document.12">
                  <p:embed/>
                  <p:pic>
                    <p:nvPicPr>
                      <p:cNvPr id="0" name=""/>
                      <p:cNvPicPr/>
                      <p:nvPr/>
                    </p:nvPicPr>
                    <p:blipFill>
                      <a:blip r:embed="rId6"/>
                      <a:stretch>
                        <a:fillRect/>
                      </a:stretch>
                    </p:blipFill>
                    <p:spPr>
                      <a:xfrm>
                        <a:off x="1071563" y="2733675"/>
                        <a:ext cx="3527425" cy="3937000"/>
                      </a:xfrm>
                      <a:prstGeom prst="rect">
                        <a:avLst/>
                      </a:prstGeom>
                    </p:spPr>
                  </p:pic>
                </p:oleObj>
              </mc:Fallback>
            </mc:AlternateContent>
          </a:graphicData>
        </a:graphic>
      </p:graphicFrame>
    </p:spTree>
    <p:extLst>
      <p:ext uri="{BB962C8B-B14F-4D97-AF65-F5344CB8AC3E}">
        <p14:creationId xmlns:p14="http://schemas.microsoft.com/office/powerpoint/2010/main" val="12292298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5C02-4D9F-6B45-B74B-F8843EF8A634}"/>
              </a:ext>
            </a:extLst>
          </p:cNvPr>
          <p:cNvSpPr>
            <a:spLocks noGrp="1"/>
          </p:cNvSpPr>
          <p:nvPr>
            <p:ph type="title"/>
          </p:nvPr>
        </p:nvSpPr>
        <p:spPr/>
        <p:txBody>
          <a:bodyPr>
            <a:normAutofit fontScale="90000"/>
          </a:bodyPr>
          <a:lstStyle/>
          <a:p>
            <a:pPr>
              <a:tabLst>
                <a:tab pos="2865755" algn="ctr"/>
                <a:tab pos="5731510" algn="r"/>
              </a:tabLst>
            </a:pPr>
            <a:r>
              <a:rPr lang="en-GB" sz="4400" kern="100">
                <a:effectLst/>
                <a:latin typeface="Aptos" panose="020B0004020202020204" pitchFamily="34" charset="0"/>
                <a:ea typeface="Aptos" panose="020B0004020202020204" pitchFamily="34" charset="0"/>
                <a:cs typeface="Times New Roman" panose="02020603050405020304" pitchFamily="18" charset="0"/>
              </a:rPr>
              <a:t>ASSESSMENT 101 REVIEW: See Correct Answers below.</a:t>
            </a:r>
            <a:br>
              <a:rPr lang="en-GB" sz="4400" kern="100">
                <a:effectLst/>
                <a:latin typeface="Aptos" panose="020B0004020202020204" pitchFamily="34" charset="0"/>
                <a:ea typeface="Aptos" panose="020B0004020202020204" pitchFamily="34" charset="0"/>
                <a:cs typeface="Times New Roman" panose="02020603050405020304" pitchFamily="18" charset="0"/>
              </a:rPr>
            </a:br>
            <a:endParaRPr lang="en-GB"/>
          </a:p>
        </p:txBody>
      </p:sp>
      <p:graphicFrame>
        <p:nvGraphicFramePr>
          <p:cNvPr id="4" name="Content Placeholder 3">
            <a:extLst>
              <a:ext uri="{FF2B5EF4-FFF2-40B4-BE49-F238E27FC236}">
                <a16:creationId xmlns:a16="http://schemas.microsoft.com/office/drawing/2014/main" id="{C4722D9C-FCBF-A43C-75A6-B0EF58BBF0E7}"/>
              </a:ext>
            </a:extLst>
          </p:cNvPr>
          <p:cNvGraphicFramePr>
            <a:graphicFrameLocks noGrp="1" noChangeAspect="1"/>
          </p:cNvGraphicFramePr>
          <p:nvPr>
            <p:ph idx="1"/>
            <p:extLst>
              <p:ext uri="{D42A27DB-BD31-4B8C-83A1-F6EECF244321}">
                <p14:modId xmlns:p14="http://schemas.microsoft.com/office/powerpoint/2010/main" val="2691222185"/>
              </p:ext>
            </p:extLst>
          </p:nvPr>
        </p:nvGraphicFramePr>
        <p:xfrm>
          <a:off x="4686300" y="1825625"/>
          <a:ext cx="2817813" cy="4351338"/>
        </p:xfrm>
        <a:graphic>
          <a:graphicData uri="http://schemas.openxmlformats.org/presentationml/2006/ole">
            <mc:AlternateContent xmlns:mc="http://schemas.openxmlformats.org/markup-compatibility/2006">
              <mc:Choice xmlns:v="urn:schemas-microsoft-com:vml" Requires="v">
                <p:oleObj name="Document" r:id="rId2" imgW="5734061" imgH="8857116" progId="Word.Document.12">
                  <p:embed/>
                </p:oleObj>
              </mc:Choice>
              <mc:Fallback>
                <p:oleObj name="Document" r:id="rId2" imgW="5734061" imgH="8857116" progId="Word.Document.12">
                  <p:embed/>
                  <p:pic>
                    <p:nvPicPr>
                      <p:cNvPr id="0" name=""/>
                      <p:cNvPicPr/>
                      <p:nvPr/>
                    </p:nvPicPr>
                    <p:blipFill>
                      <a:blip r:embed="rId3"/>
                      <a:stretch>
                        <a:fillRect/>
                      </a:stretch>
                    </p:blipFill>
                    <p:spPr>
                      <a:xfrm>
                        <a:off x="4686300" y="1825625"/>
                        <a:ext cx="2817813" cy="4351338"/>
                      </a:xfrm>
                      <a:prstGeom prst="rect">
                        <a:avLst/>
                      </a:prstGeom>
                    </p:spPr>
                  </p:pic>
                </p:oleObj>
              </mc:Fallback>
            </mc:AlternateContent>
          </a:graphicData>
        </a:graphic>
      </p:graphicFrame>
    </p:spTree>
    <p:extLst>
      <p:ext uri="{BB962C8B-B14F-4D97-AF65-F5344CB8AC3E}">
        <p14:creationId xmlns:p14="http://schemas.microsoft.com/office/powerpoint/2010/main" val="236887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3446</Words>
  <Application>Microsoft Office PowerPoint</Application>
  <PresentationFormat>Widescreen</PresentationFormat>
  <Paragraphs>407</Paragraphs>
  <Slides>51</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Aptos</vt:lpstr>
      <vt:lpstr>Arial</vt:lpstr>
      <vt:lpstr>Calibri</vt:lpstr>
      <vt:lpstr>Calibri Light</vt:lpstr>
      <vt:lpstr>Google Sans</vt:lpstr>
      <vt:lpstr>Univers LT W02 45 Light</vt:lpstr>
      <vt:lpstr>Wingdings</vt:lpstr>
      <vt:lpstr>Office Theme</vt:lpstr>
      <vt:lpstr>Drug Life Cycle (Development Stages)</vt:lpstr>
      <vt:lpstr> UK Regulatory Authorities (Startup Activities)</vt:lpstr>
      <vt:lpstr>Assignments </vt:lpstr>
      <vt:lpstr>Assignment Continues</vt:lpstr>
      <vt:lpstr>Approval required to open Site</vt:lpstr>
      <vt:lpstr>Choosing &amp; Conducting Clinical Trial in a site</vt:lpstr>
      <vt:lpstr>Feasibility Questionnaire </vt:lpstr>
      <vt:lpstr>Site Selection Visit (SSV) </vt:lpstr>
      <vt:lpstr>Site Initiation Visit (SIV) </vt:lpstr>
      <vt:lpstr>Routine or Interim Monitoring Visit (RMV or IMV) </vt:lpstr>
      <vt:lpstr>Close-out Visit (COV)</vt:lpstr>
      <vt:lpstr>Key Documents in Trial Filed in ISF and eTMF</vt:lpstr>
      <vt:lpstr>Protocol</vt:lpstr>
      <vt:lpstr>Investigators Brochure </vt:lpstr>
      <vt:lpstr>Informed Consent and Patient Information Sheet </vt:lpstr>
      <vt:lpstr>Inform Consenting Process</vt:lpstr>
      <vt:lpstr>Delegation Log </vt:lpstr>
      <vt:lpstr>Training Log</vt:lpstr>
      <vt:lpstr>Site Visit Log </vt:lpstr>
      <vt:lpstr>FDA1572/SIF </vt:lpstr>
      <vt:lpstr>Staff CVs and GCP Certificates </vt:lpstr>
      <vt:lpstr>Other Documents </vt:lpstr>
      <vt:lpstr>Types of Events in Clinical Trial </vt:lpstr>
      <vt:lpstr>Adverse Event (AE) </vt:lpstr>
      <vt:lpstr>Serious Adverse Event (SAE) </vt:lpstr>
      <vt:lpstr>Serious Adverse Event (SAE) Cont.</vt:lpstr>
      <vt:lpstr>Serious Adverse Reaction (SAR) </vt:lpstr>
      <vt:lpstr>Suspected Unexpected Serious Adverse Reaction (SUSAR) </vt:lpstr>
      <vt:lpstr>Adverse Event of Special Interest (AESI) </vt:lpstr>
      <vt:lpstr>Serious Breach </vt:lpstr>
      <vt:lpstr>Pregnancy in clinical Trial </vt:lpstr>
      <vt:lpstr>Protocol Deviation (PD)  </vt:lpstr>
      <vt:lpstr>Noncompliance (NC)</vt:lpstr>
      <vt:lpstr>Quality Issues </vt:lpstr>
      <vt:lpstr>Corrective Action Preventive Action</vt:lpstr>
      <vt:lpstr>Action Item (AI) </vt:lpstr>
      <vt:lpstr>Query </vt:lpstr>
      <vt:lpstr>Note to File (NTF)</vt:lpstr>
      <vt:lpstr>ALCOACCEA</vt:lpstr>
      <vt:lpstr>Example of ALCOACCEA practice </vt:lpstr>
      <vt:lpstr>Audit </vt:lpstr>
      <vt:lpstr>Inspection </vt:lpstr>
      <vt:lpstr>Quality Management System</vt:lpstr>
      <vt:lpstr>Quality Management System contn</vt:lpstr>
      <vt:lpstr>Why do clinical studies need a QMS?</vt:lpstr>
      <vt:lpstr>A QMS helps to achieve the following goals:</vt:lpstr>
      <vt:lpstr>QMS Vendors </vt:lpstr>
      <vt:lpstr>Common Terminologies in Clinical Trials</vt:lpstr>
      <vt:lpstr>Documentation In Clinical Trial </vt:lpstr>
      <vt:lpstr>ASSESSMENT: Multiple Choice Questions</vt:lpstr>
      <vt:lpstr>ASSESSMENT 101 REVIEW: See Correct Answers below.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Life Cycle (Development Stages)</dc:title>
  <dc:creator>fred ojike</dc:creator>
  <cp:lastModifiedBy>fred ojike</cp:lastModifiedBy>
  <cp:revision>1</cp:revision>
  <dcterms:created xsi:type="dcterms:W3CDTF">2023-08-22T20:46:53Z</dcterms:created>
  <dcterms:modified xsi:type="dcterms:W3CDTF">2026-05-23T18:08:38Z</dcterms:modified>
</cp:coreProperties>
</file>